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9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청중에게 기대치를 정확히 준다. 특히 마지막 두 줄을 강조한다 — 사전 지식이 없어도 된다는 확신을 줘야 뒤의 14장을 따라온다.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지도를 보여주는 슬라이드. 각 부의 '끝나면 무엇을 할 수 있는지'를 동사로 적었다는 점을 짚어준다.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신뢰도의 근거를 미리 밝히는 장. 특히 사이클 수치가 모델 값이라는 점은 나중에 질문이 나오기 전에 먼저 말해둔다.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전환 슬라이드. 이 문장을 앞으로 14장에 걸쳐 숫자로 증명한다고 예고한다. 지금은 믿지 않아도 되고, 뒤의 연산량 표와 축약 절에서 근거를 본다고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완전 초보를 위한 장. 784 -&gt; 128 이라는 구체적 숫자를 끝까지 물고 간다. 여기서 나온 100,352 와 200,704 는 다음 여러 장에서 계속 재등장한다.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1부의 핵심 주장을 처음으로 숫자로 뒷받침하는 장. 99.85% 라는 숫자를 강조하고, 이것이 NPU 설계 철학의 출발점이라고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 정리 장이지만 마지막 불릿이 중요하다 — 축에 이름을 붙이는 습관이 einsum 과 vISA 매핑으로 곧장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vISA 공식 매뉴얼 Quick Start '수학적 배경' 절. 이 슬라이드는 1부에서 유일하게 vISA 를 앞당겨 언급하는 곳이며, 3부의 복선이다.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산술 강도라는 개념을 여기서 처음 도입한다. 0.5 라는 숫자는 슬라이드 15, 16에서 계속 비교 기준으로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200,704 라는 숫자가 슬라이드 6에서 손으로 센 값과 일치한다는 점을 반드시 짚는다. 공식 2MK 가 실제 계산과 맞아떨어진다는 확인이다.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1부 전반부의 정점이다. 0.5 -&gt; 0.99 -&gt; 24.8 이라는 산술 강도의 도약을 칠판에 크게 쓴다. 다음 장에서 이 성질을 일반화한다.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einsum 표기 I,I-&gt;1 / IJ,J-&gt;I / IK,KJ-&gt;IJ 는 vISA 공식 매뉴얼 Quick Start 의 표 그대로다. VMK,KN-&gt;VMN 은 Contraction Engine 장의 배치 matmul 예제 그대로다.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MAC 정의와 Lane = MAC 배열의 한 행, 4계층 개수는 vISA 용어집과 Quick Start 의 하드웨어 계층 표에 있다. 4,096 은 그 숫자들을 곱한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결론: 행렬이 커질수록 메모리 대역폭 부담이 상대적으로 줄어든다. 단, 이건 '한 번만 읽으면 된다'는 이상적 가정이고, 다음 장에서 그 가정이 공짜가 아님을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DM 512 KB/slice, TRF 8 KB/lane 은 vISA 용어집의 메모리 계층 항목. 1부에서 하드웨어를 처음이자 마지막으로 언급하며 2·3부로 다리를 놓는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einsum 정의는 Quick Start '수학적 배경'. IK,JK-&gt;IJ 는 같은 문서의 GEMM 커널 절에 실제로 그렇게 적혀 있다 — 표와 커널 본문이 다른 형태를 쓰는 것을 확인했다.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청중에게 직접 읽혀보는 장. 한두 개를 지목해서 '이건 어느 축이 축약되나요' 물어보면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Broadcast/Multiply/Reduce 3단계 분해와 Outer → Packet Reducer → Time Reducer → Lane Folder 파이프라인 구성은 vISA 공식 매뉴얼 Contraction Engine 장에 그대로 있다. 손계산은 청중과 함께 한 칸만 같이 해보면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모든 shape 은 vISA 공식 매뉴얼 kernel-examples/transformer 장에 명시된 그대로다(w_o: [h_q, d_k, D], w_lm_head: [D, V] 포함). Convolution einsum 은 Contraction Engine 의 2D Convolution 절 첫 줄 그대로다.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8단 파이프라인 순서와 Vector Engine 의 역할(활성함수·정규화·사칙연산)은 vISA 용어집과 Quick Start 의 Tensor Unit 절에 있다. 과장하지 않고 예외를 인정하되, 왜 그 예외가 성능에 영향이 없는지를 설명하는 장이다.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[문서] 근거: TCP 정의(퓨리오사 NPU 아키텍처, 텐서 축약에 최적화)와 RNGD 가 TCP 를 구현한 실제 칩이라는 점은 vISA 용어집 그대로. 서버에 4장이라는 것도 용어집에 적혀 있다. GPU 비교는 일반 지식이며 아키텍처 성격 차이를 말하는 수준으로만 언급한다.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1부를 한 문장으로 닫는다. 청중이 여기서 가져가야 할 것: (1) 2MNK 를 손으로 셀 수 있다, (2) einsum 을 읽을 수 있다, (3) 산술 강도 0.5 대 341 의 격차를 안다, (4) 축약이 Broadcast-Multiply-Reduce 3단계라는 것. 2부는 이 3단계가 실리콘 위에서 어떤 모양인지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학생이 가져가야 할 정서: '계산 능력'과 '실제 성능'은 다른 단어다. 262 TFLOP/s 는 상한선일 뿐이고, 이 부 전체는 그 상한선에 왜 못 가는지에 대한 이야기다.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학생이 '몇 배?'를 기억하지 못해도 좋다. '연산 대비 오프칩 접근은 두 자릿수 배 비싸다'만 남으면 된다. 표의 마지막 줄과 셋째 줄만 짚어줘도 충분하다.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지연/대역폭 구분은 학부에서 잘 안 잡히는 지점이다. '지연은 겹쳐서 숨길 수 있지만 대역폭은 못 숨긴다'를 반복해라. 뒤에 나올 더블 버퍼링이 바로 '지연 숨기기'다.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잠깐 멈춰라. 앞의 두 장이 정성적 감각이었다면, 다음 장부터는 이 감각을 하나의 숫자로 압축한다.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칠판에 I = FLOP / Bytes 를 크게 쓰고 시작해라. 그리고 '분자는 알고리즘이 정하니 못 줄인다, 우리가 건드릴 수 있는 건 분모뿐이다'를 미리 심어두면 뒤의 재사용 이야기가 자연스럽다.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학생이 '왜 딥러닝 가속기가 행렬곱만 이야기하는가'를 스스로 답할 수 있어야 한다. 행렬곱이 유일하게 대역폭 예산 안에서 계산기를 채울 수 있는 연산이기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물어라: '곱셈기를 두 배로 늘리면 이 커널이 빨라지는가?' 답은 '전혀'다. 22.4 µs 는 그대로다. 이 감각이 roofline 의 기울어진 부분을 이해하는 열쇠다.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긴장을 만들어라. 표에서 GEMM 이 좋아 보였는데, 그건 이상적인 경우고 순진하게 짜면 벡터 덧셈만도 못해진다는 반전이 다음다음 장에 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칠판에 그려라. 가로축 로그, 세로축 로그, 왼쪽 45도 직선, 오른쪽 수평선. 그림 자체는 별도 슬라이드로 제작되지만 말로 이 정도는 그려줘야 한다. 핵심 문장: '기울어진 곳에서는 대역폭만, 평평한 곳에서는 계산기만 의미가 있다.'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175 라는 숫자를 두 번 반복해라. 학생이 이 부에서 하나만 기억한다면 이것이어야 한다. 그리고 '이건 하드웨어가 정한 숙제고, 컴파일러와 커널 작성자가 푸는 것'이라고 프레이밍해라.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'모델은 도구지 진리가 아니다'를 심어라. 대학원생이 roofline 을 처음 배우면 만능처럼 쓰는데, 지연과 뱅크 충돌이 빠져 있다는 점을 알고 써야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2부의 클라이맥스다. 1365 → 0.5 라는 추락을 강조해라. '알고리즘은 같은데 구현이 다르다'는 점, 그리고 이 격차가 곧 컴파일러와 커널 작성자가 존재하는 이유라는 점을 짚어라.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 = 1 → I = 0.5 검산이 맞아떨어지는 걸 반드시 보여줘라. 정의가 임의가 아니라는 확신을 준다. 그리고 '350번'이라는 구체적 숙제를 남긴 채 다음 장으로 넘어가라.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자연스럽게 다음 질문이 나온다: '그 관리를 하드웨어(캐시)에 맡길 것인가, 소프트웨어(스크래치패드)에 맡길 것인가?' 다음 두 장이 그 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뒤 부(3부 이후)에서 계속 참조된다. 지금은 '각 층마다 옮기는 주체의 이름이 따로 있다'는 것만 확실히 각인시키면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학생이 '캐시가 나쁜 것'으로 오해하지 않게 해라. 캐시는 불확실성에 대한 보험이고, 보험료(면적·에너지·비결정성)를 낸다. 딥러닝 커널은 불확실성이 없으므로 보험을 들 이유가 없다는 논리다.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2부와 이후 부를 잇는 다리다. '왜 이렇게 손이 많이 가는 ISA 인가'라는 학생의 불만에 미리 답해 두는 셈이다. 마지막 불릿을 천천히 읽어라.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2부를 닫는 문장. 여기서 3부로 넘긴다. 다음 부에서 다룰 것: 타일을 어떻게 자르는가(어느 축을 Chip/Cluster/Slice 라는 공간 차원에 놓고, 어느 축을 Time/Packet 이라는 시간 차원에 놓는가), 그 선택이 vISA 의 매핑 표현식으로 어떻게 적히는가, 그리고 잘못 자르면 앞에서 본 1/32 MAC 이용률 같은 퇴화가 어떻게 생기는가.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FMA 의 '중간 결과를 반올림하지 않는다'는 부분을 강조할 것. 이것이 뒤의 '누산은 넓은 타입으로' 슬라이드와 직접 연결된다.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'왜 NPU 가 특정 연산만 잘하나'를 여기서 이해하게 만든다. 답은 딥러닝 워크로드가 실제로 축약 하나로 수렴하기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칠판에 2730 이라는 숫자를 크게 써도 좋다. 학생들이 '메모리가 병목'이라는 말을 숫자로 처음 체감하는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A100 의 19.5 TFLOPS 를 직접 계산해 보여주면 '스펙 숫자가 어디서 오는가'가 명확해진다. 2 × 6912 × 1.41e9 = 1.95e13.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가로 합이 왜 비싼지 손으로 셔플 단계를 그려 보이면 좋다. 학생들이 SIMD reduction 을 실제로 짜 본 적이 있으면 바로 공감한다.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 4개를 하나씩 손으로 짚으며 읽는다. 스큐잉을 빼먹으면 계산이 틀린다는 점을 강조. 다음 장에서 숫자로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손으로 검산 가능하다. 학생 한 명에게 사이클 4 의 PE(1,1) 값을 직접 계산시켜 보면 좋다. 60 + 4*40 = 220 = C[1][1].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손으로 검산 가능하다. 학생 한 명에게 사이클 4 의 PE(1,1) 값을 직접 계산시켜 보면 좋다. 60 + 4*40 = 220 = C[1][1].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TRF 정지 서술은 book_ko quick-start.md 의 '다른 쪽은 TRF 에 정지 상태로 유지되며' 문장에 근거한다. mnist 가 활성값을 TRF 에 올린다는 것은 book_guide 05장의 실기 확인 항목이다.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312 TFLOPS = 2 × 110,592 × 1.41e9 를 칠판에서 검산하면 설득력이 크다. warp 단위라는 점은 뒤의 '조각을 손으로 나른다' 이야기로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wmma 는 16x16x16 조각만 노출하고 내부적으로 m16n8k16 을 두 번 호출한다. 성능이 필요하면 CUTLASS 나 PTX 를 직접 쓴다는 점을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wmma 는 16x16x16 조각만 노출하고 내부적으로 m16n8k16 을 두 번 호출한다. 성능이 필요하면 CUTLASS 나 PTX 를 직접 쓴다는 점을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'하드웨어가 주는 건 GEMM 이 아니라 GEMM 의 블록 한 칸'이라는 문장을 반복해서 각인시킬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37% 계산을 칠판에서 같이 해 보면 '왜 vocab 을 64의 배수로 패딩하는가' 같은 실무 관행이 단번에 이해된다.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2부(있다면)의 매핑 이야기와 뒤의 TCP 4단계가 연결된다. 로드당 MAC 64 는 8192 로드로 524,288 MAC 이므로 정확히 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는 round-to-nearest 의 최대 상대오차이며 가수 비트 t 에 대해 2^-(t+1) 이다. bf16 의 2^-8 = 0.39% 가 뒤의 RNGD 0.23% 오차 슬라이드와 직결된다.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256+1=256 을 칠판에 크게 쓴다. bf16 은 [256,512)에서 ulp 가 2 이므로 1 을 더하면 round-to-nearest-even 으로 256 에 머문다.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TPU 수치는 Jouppi et al. 의 공개 논문과 Google 공개 문서 기준의 일반 지식이다. RNGD 와 직접 비교되는 마이크로벤치는 이 강의 자료에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여기가 전환점이다. 학생들이 앞의 시스톨릭 그림을 그대로 RNGD 에 겹쳐 놓으려 하는데, 책의 서술은 다르다는 점을 명확히 해야 한다. 다음 장에서 용어 문제를 먼저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131,072 는 책의 제약(Packet ≤ 64 B, Lane ≤ 8, 클러스터당 슬라이스 256, 칩당 클러스터 2)에서 유도한 값이며 벤더 스펙시트에서 직접 인용한 값이 아니다. 유도라는 점을 반드시 말할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PackSize=1 이 왜 절반 낭비인지 반드시 설명. 하드웨어는 내부적으로 항상 64 B packet 으로 도는데, 쓰지 않는 32 B 절반에 0 이 채워지기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여기가 '왜 systolic 이 아니라 tree+accumulator 인가'를 가장 잘 보여주는 지점이다. 부분합이 PE 를 타고 내려가는 대신 고정 배선 트리로 합쳐진다.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reduce_b 의 flit 번호 배치를 칠판에 그려 주면 슬롯 개념이 바로 잡힌다. 책 time-reducer.md 의 ASCII 그림과 같은 내용이다.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deferred 실행은 학생들이 가장 헷갈려 하는 부분이다. '호출 네 번인데 하드웨어 실행은 한 번'이라는 점을 분명히.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TRF 용량 불일치는 book_guide 05장이 실기 컴파일 에러 원문(mir: TRF data ... exceeds register file capacity)으로 확인한 항목이다. 책 명세 80 KB 와 다르다는 점을 정직하게 말할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3부의 결론이다. 각 줄을 읽으며 앞에서 다룬 슬라이드를 되짚어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'GPU 는 조용히 느려지고 TCP 는 시끄럽게 터진다'는 대비를 반복. 둘 중 무엇이 낫다는 이야기가 아니라 설계 철학의 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수치는 dpe_result.md 실측이며 실기(real NPU) 실행 결과다. 앞의 사이클 수치와 달리 스케줄 모델 예측이 아니라는 점을 분명히 구분해서 말할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스케줄 모델 예측과 실기 실측을 구분하라는 원칙을 마지막에 한 번 더 못박는다. 학생들이 발표자료의 숫자를 인용할 때 이 구분을 잃지 않게 하는 것이 목적이다.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여기서는 아직 답을 주지 않는다. '왜 안 들어가지?'라는 긴장을 만든 채로 다음 장으로 넘긴다. 137 GFLOP이라는 숫자는 뒤에서 데이터 이동량 550 GB와 대비시키기 위해 미리 심어둔다.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4부 내내 다시 참조한다. 특히 512KB/슬라이스와 8KB/슬라이스(VRF)를 외우게 만들어야 뒤의 타일 크기 계산이 이해된다. 출처는 memory-performance.md와 spatial-temporal-dimensions.md의 제약 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초보에게 '연산 강도'라는 단어를 여기서 처음 도입한다. 정의는 단순하다 — 옮긴 바이트 1개당 몇 번 계산했는가. 타일링의 목적은 이 숫자를 키우는 것 하나뿐이라고 못 박아라.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4부에서 가장 중요한 계산이다. 칠판에 2·M·N·K를 직접 써가며 유도하라. '같은 데이터를 4096번 다시 읽는다'는 문장이 이 발표의 도입부 클라이맥스다.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전환점 슬라이드. 초보가 흔히 하는 오해 — '타일링하면 빨라진다'를 '왜 빨라지는지'로 교정한다. 여기서 잠깐 멈추고 앞의 550 GB를 다시 가리켜라.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수식을 그냥 읽지 말고, 칠판에 4×4 행렬을 2×2 블록으로 자른 그림을 그려서 직접 곱해 보여라. 초보는 '블록끼리 곱한다'가 진짜 성립하는지 의심한다. 마지막 불릿(부동소수 비결합성)은 나중에 실기 검증에서 값 비교할 때 반드시 걸리는 함정이라 미리 심어둔다.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'i = ii + i_local' 분해가 타일링의 수학적 본질이라는 걸 강조하라. 뒤에서 vISA 매핑 표현식 m![I/32, I%32]가 정확히 이 분해라는 걸 보여줄 때 연결된다. Ctile을 밖에 두는 이유는 실전에서 가장 자주 틀리는 부분이다.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'i = ii + i_local' 분해가 타일링의 수학적 본질이라는 걸 강조하라. 뒤에서 vISA 매핑 표현식 m![I/32, I%32]가 정확히 이 분해라는 걸 보여줄 때 연결된다. Ctile을 밖에 두는 이유는 실전에서 가장 자주 틀리는 부분이다.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유도는 한 줄 한 줄 칠판에 쓰면서 진행하라. (M/T)(N/T)(K/T)·2T² 를 정리하면 T가 두 개는 살아남고 세 개는 죽어서 1/T이 남는다 — 이 산수를 학생이 직접 따라오게 하는 것이 목적이다.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위에서 아래로 읽으면 '더 크게!'인데, 오른쪽 끝 열을 보면 '더는 못 키운다'로 뒤집힌다. 이 반전을 만들려고 만든 표다. 반드시 마지막 열을 손가락으로 짚어라.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'최적점이 중간에 있는 게 아니라 벽에 딱 붙은 곳이 최적'이라는 점이 초보에게 반직관적이다. 이동량 단조감소 + 용량 단조증가라서 그렇다고 설명하라. 세 조건은 tiling.md가 명시한 것 그대로다.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수치는 spatial-temporal-dimensions.md의 제약 표(DmTensor 512KB/슬라이스, TrfTensor 8KB/레인, VrfTensor 8KB/슬라이스)에서 직접 계산한 것이다. 계산 과정을 한 줄이라도 칠판에 보여주면 학생이 '이 숫자가 어디서 왔나'를 안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'Time만 시간이고 나머지는 전부 공간'을 반복해서 말하라. 이게 RNGD 매핑을 읽을 때 가장 먼저 필요한 분류다. Chip/Cluster에 축약축을 두면 칩 간 DMA가 끼어 수백~수천 사이클이 들기 때문에, 책은 '가능하면 축약축은 Slice 이하에 두라'고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gemm_kernel.rs의 주석 오류는 벤더 소스에 실재하는 것이고, GROUND_TRUTH가 검산으로 정정한 항목이다. 학생에게 '문서보다 검산을 믿어라'를 가르치기 좋은 사례다. 검산 한 줄(총 원소 수가 맞는가)을 습관으로 만들라고 강조하라.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CPU의 L3→L2→L1→레지스터 블로킹과 정확히 같은 아이디어라고 비유하면 이해가 빠르다. 다만 NPU는 계층이 컴파일러가 아니라 프로그래머에게 노출되어 있다는 점이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main/sub/tdma 세 컨텍스트를 여기서 확실히 심어라. 다음 두 장이 전부 이 세 컨텍스트의 겹치기 이야기다.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3,118과 777은 dn_state 커널의 스케줄 덤프에서 나온 값이며 컴파일러 스케줄 모델의 예측이지 실기 벽시계 측정이 아니다. 이 구분을 반드시 말로 하라. 그리고 '이중 버퍼링은 만능이 아니다'는 메시지가 이 장의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코드는 scheduling.md의 Double-Buffering Pattern을 그대로 옮긴 것이다. 40 KB 캡은 register-files.md에 명시된 값이며, '이중 버퍼링의 대가'를 숫자로 보여주는 좋은 사례다. 앞 장의 3·T²·b가 5·T²·b가 되는 이유와 연결하라.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코드는 scheduling.md의 Double-Buffering Pattern을 그대로 옮긴 것이다. 40 KB 캡은 register-files.md에 명시된 값이며, '이중 버퍼링의 대가'를 숫자로 보여주는 좋은 사례다. 앞 장의 3·T²·b가 5·T²·b가 되는 이유와 연결하라.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패딩을 '어쩔 수 없이 하는 낭비'가 아니라 '분기를 없애기 위한 적극적 설계'로 프레이밍하라. NPU 프로그래밍 전체를 관통하는 원칙 — 값에 의존하는 제어흐름을 정적 구조로 바꾼다 — 의 한 사례다.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'축약 연산마다 다른 항등원'을 강조하라(덧셈 0, 곱셈 1, max −∞). 초보가 패딩 버그를 만드는 전형적 지점이다. fetch_mask가 인자를 안 받고 타입 차이에서 설정을 유도한다는 점은 vISA 설계 철학을 보여주는 좋은 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fetch-commit-engine.md Example 3의 값 그대로다. 사이클 수치는 문서가 제시하는 시퀀서 구성 기준의 값이다. '아끼면 이긴다'는 직관이 하드웨어 제약 앞에서 깨지는 사례라 학생들이 오래 기억한다.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반드시 소리내어 읽어라 — 2배, 50배, 30~40배. '조금 느려진다'가 아니라 '자릿수가 바뀐다'는 걸 각인시켜야 한다. 모두 memory-performance.md의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'클러스터 리셋'은 학생들이 놀라는 대목이다. 소프트웨어 버그가 하드웨어 상태를 날린다는 게 CPU 프로그래밍 감각으로는 낯설다. 63/200이라는 실기 컴파일 실패 통계는 이 강의 시리즈에서 직접 전수 컴파일해 얻은 수치다.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모델값과 실측을 구분하는 문장을 절대 빼지 마라. 덤프의 util 필드는 130개 커널 2,278 인스트럭션 전부 0.0이라 신뢰할 수 없고, 사이클은 lifetime.begin/end로만 읽은 값이다. 이 정직함이 이 강의의 신뢰를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4부의 요약이자 체크리스트다. 학생이 나중에 커널을 짤 때 실제로 꺼내 쓸 수 있는 형태로 만들었다. 5번의 '먼저 재라'는 앞 장의 96.5% DMA 통계와 연결된다.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부의 착지점이다. '타일링은 별도 문법이 아니라 매핑 표현식 하나'라는 문장을 반드시 말로 하고 넘겨라. Branch conversion 오류와 SRAM/HBM unroll 규칙은 실기 컴파일로 확증된 사실이며, 학생이 직접 커널을 짤 때 가장 먼저 부딪힐 벽이다.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 슬라이드. 다섯 축이 서로 독립이 아니라는 점을 강조한다 — 계층이 메모리를 정하고, 메모리가 파이프라인 폭을 정하고, 파이프라인이 컨텍스트 병렬성을 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가장 자주 헷갈리는 것: Slice 는 '텐서를 자른 조각'이 아니라 '하드웨어 유닛'이다. 파이썬 슬라이싱과 이름만 같고 전혀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검산을 칠판에서 같이 해보게 한다. 256 × 32 × 32 = 262,144 = 512 × 512. 이 산수가 되면 매핑 표현식을 읽을 준비가 된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매핑 표현식 문법은 다른 부에서 다루므로 여기서는 '계층이 타입에 박혀 있다'는 사실만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furiosa-smi 출력과 책을 나란히 놓고 혼란스러워하는 지점이 정확히 여기다. 미리 못을 박아둔다.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전환점. 여기서부터 공간 계층 이야기를 끝내고 메모리와 파이프라인으로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읽고 나서 다음 슬라이드의 데이터 흐름 한 줄로 묶어준다.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흐름도를 칠판에 그려두고 이후 슬라이드 내내 참조한다.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외우게 하기보다 곱셈이 맞아떨어지는 것을 보여주는 게 목적이다. 구조를 알면 숫자는 유도된다.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나중에 최적화 부에서 다시 쓴다. 지금은 '규칙을 어기면 몇 배 손해인가'의 감각만 심는다.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37.5% 라는 숫자를 두 번 보여준다. 크기가 작아서 낭비인 경우와 커서 낭비인 경우가 같은 값이 나오는 게 인상적이라 기억에 남는다.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한 줄씩 읽어주되 다음 슬라이드의 '왜 이 순서인가'로 바로 넘어간다. 순서의 이유를 알면 표를 외울 필요가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5부에서 제일 중요하다. 여기서 이해하면 나중에 커널 체인을 외우지 않고도 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코드를 한 줄씩 읽으면서 앞 슬라이드 8단계 표를 손가락으로 짚어준다. 체인과 하드웨어가 1:1 이라는 걸 눈으로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'추상화가 하나로 모인다'는 메시지. 세 엔진을 따로 외우지 말라고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슬라이드에서 '매핑 표현식은 결국 for 루프다'라는 감각을 준다. 추상적 타입 놀이가 아니라는 걸 보여주는 게 목적.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'매핑을 왜 이렇게 복잡하게 쓰나' 물을 때의 답이 이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어긋남을 미리 짚어두지 않으면 나중에 스케줄 뷰어를 볼 때 학생들이 pdma 를 찾다가 헤맨다.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'병렬성은 컨텍스트를 나눠 쓰는 데서 나온다'는 것이 핵심. 스레드도 락도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이 부분에서 긴장한다. 실제로는 컴파일러가 대부분 막아주지만, 왜 막는지 알아야 성능이 안 나올 때 원인을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를 아는 학생이 많으므로 이 표에서 안도감을 준 뒤, 다음 슬라이드에서 그 안도감을 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5부의 사상적 결론. 다음 부에서 실제로 '다 적는' 연습에 들어간다는 예고로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5부의 실전적 결론. 학생들이 '그래서 이걸 왜 배우나'에 대한 답을 여기서 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마무리. 다음 부 예고로 자연스럽게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book_ko/src/introduction.md 3-9행. 여기서 학생에게 '중간 층'이라는 말이 왜 필요한지를 먼저 납득시켜야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6부의 척추다. 이후 모든 설명이 '이건 어느 칸의 이야기냐'로 환원된다.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book_guide/09-도구와-계층.md §6·§12(미확인 항목), 08-커널-예제.md 401행. 학생이 흔히 저지르는 비약을 여기서 미리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장이 '어느 높이의 언어인가'라는 질문의 직접적인 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이 서버 실측(furiosa-tcc --help 옵션은 --version/--target-npu/--output/--cache-root/--stdin 뿐, furiosa/tcl/_lang/_context.py 의 Layout 필드는 chip/cluster/split 뿐). book_guide/09-도구와-계층.md §5,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전환점. 앞은 '어느 높이인가', 뒤는 '그 높이를 무엇으로 표현하는가'.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quick-start.md 78-93행, mapping-tensors/index.md 88-100행.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quick-start.md 105행, mapping-expressions.md 270행, vector-engine/intra-slice-chain.md 66·118-119행, fetch-adapter.md 547행, introduction.md 160-165행.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introduction.md 34·115-119행, appendix/cargo-furiosa-opt.md 20-23·47-63행, spatial-temporal-dimensions.md 68행.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introduction.md 126-148행, 실측 cargo furiosa-opt --help.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'문서를 의심하는 법'을 가르치는 슬라이드이기도 하다. 원문을 고치지 않고 차이를 따로 기록하는 방식이 정석이다.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introduction.md 55-119행, _GROUND_TRUTH.md 커널 패키지 마커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주의: 이 코드는 0.4 API 다. 사용자 프로젝트 /home/jun/yik 는 0.3 핀이라 to_dm(&amp;mut ctx.tdma, 0) 처럼 주소 인자가 남아 있다. 그대로 붙여넣으면 컴파일되지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주의: 이 코드는 0.4 API 다. 사용자 프로젝트 /home/jun/yik 는 0.3 핀이라 to_dm(&amp;mut ctx.tdma, 0) 처럼 주소 인자가 남아 있다. 그대로 붙여넣으면 컴파일되지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주의: 이 코드는 0.4 API 다. 사용자 프로젝트 /home/jun/yik 는 0.3 핀이라 to_dm(&amp;mut ctx.tdma, 0) 처럼 주소 인자가 남아 있다. 그대로 붙여넣으면 컴파일되지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quick-start.md 137-149행, _GROUND_TRUTH.md 의 gemm_kernel 주석 오류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quick-start.md 150-171행, book_guide/01-퀵스타트.md §1.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quick-start.md 174-217행, book_guide/00-개요와-환경.md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introduction.md 89-111·137-155행, book_guide/00-개요와-환경.md §3 ⚠, 09-도구와-계층.md §1.2.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근거: appendix/cargo-furiosa-opt.md 65-112행, book_guide/09-도구와-계층.md §2. 이 슬라이드는 7부 이후 계측 이야기의 예고편이다.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부의 모든 사실 주장은 book_ko(공식 책 한국어 전문 번역, 저본 furiosa-opt-std 0.4.0)와 book_guide(부산대 RNGD 서버 실측)에서 확인한 것이다. 실측과 스케줄 모델 예측은 슬라이드마다 구분해 표기했다.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책 mapping-tensors/index.md 의 첫 두 줄이 이 부 전체의 출발점이다.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학생이 가져가야 할 감각: 텐서와 버퍼는 서로 다른 세계이고 매핑이 유일한 다리다.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'어렵다'를 추상적으로 말하지 말고 네 항목을 하나씩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행이 이 부의 핵심 슬라이드로 이어지는 복선이다.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'선언적'이라는 말이 마케팅 문구가 아니라 타입 검사로 뒷받침된다는 점을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이후 모든 연산자 슬라이드는 SIZE 와 map 을 짝지어 보여 준다. 학생에게 이 패턴을 미리 알려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이후 모든 연산자 슬라이드는 SIZE 와 map 을 짝지어 보여 준다. 학생에게 이 패턴을 미리 알려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'담는다'의 정의는 나중 워크드 예제의 검산 근거다. 여기서 한 번 못 박아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axes! 는 문법적으로는 사소하지만 '크기가 타입에 박힌다'는 사실의 출발점이다.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를 먼저 가르치면 뒤에 나오는 m![1 # 2] 같은 표기가 자연스럽게 읽힌다.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 은 나머지 모든 연산자의 재료다. 여기서부터는 전부 '기존 매핑을 변환하거나 결합하는' 연산이다.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/ R::SIZE 와 i % R::SIZE — 이 두 줄만 외우면 Pair 는 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직접 종이에 m![B, A] 표를 그려 보게 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수학적 성질을 나열만 하지 말고 '그래서 컴파일러가 정규화할 수 있다' 로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Stride 를 '블록 번호'라는 한 단어로 각인시킨다.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Modulo 의 SIZE 가 나눗수 그 자체라는 점이 Stride 와 헷갈리는 지점이다. 꼭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부에서 가장 중요한 한 장이다. 여기서 잠깐 멈추고 학생 반응을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손으로 짚어 가며 B = 4*행 + 열 을 두세 칸 직접 계산해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'공짜다'라는 말이 과장이 아님을 동치 정의로 되짚는다.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겹치는 타일은 뒤의 Sliding 슬라이드와 연결된다.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이 None 을 돌려준다는 사실이 Padding 의 전부다. SIZE 만 커지고 내용은 안 늘어난다.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패딩 종류는 초보가 무심코 넘기는 부분이지만 Fetch Adapter 마스킹 이해의 전제다.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연산자 #, =, % 를 한 화면에서 구분시키는 것이 이 장의 목적이다.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Escape 는 의미가 없는 연산자다. '이름 붙이기'라고만 설명하면 충분하다.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소스로 직접 확인한 문법이라는 점을 밝힌다. 추측이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칠판에 m![A, B / 64 % 2, C] 를 써 놓고 학생에게 파싱하게 해도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비트 그림이 이해되면 뒤의 gemm 커널 J 3단 분해가 곧바로 읽힌다.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모르는 것은 모른다고 말한다. 구현 대조를 안 했다는 사실을 명시한다.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컨볼루션의 im2col 복제를 안 하고 끝낸다는 점이 실용적 가치다.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타입 제약은 문서 기반, 마지막 실측 단서는 13-NPU-실기-매트릭스의 실행 결과다. 구분해서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예제를 학생과 함께 한 줄씩 소리 내어 읽는다. 검산까지 같이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소스에서 발견된 오류다. 매핑을 읽을 줄 알면 이런 걸 잡는다는 걸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절차를 세 단계로 명시하고 학생이 받아 적게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두 항목은 실행 결과에서 나온 실측이다. 문서 서술과 구분해서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후 과제로 이 테스트 모듈을 확장해 오게 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후 과제로 이 테스트 모듈을 확장해 오게 하면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마무리. 다음 부로 넘어가기 전에 '쉼표로 자르고, 좌결합으로 풀고, 크기 곱을 검산한다' 3단계를 한 번 더 복창시킨다.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통째로 보여 주고 다음 장에서 줄별로 뜯는다. 이 코드는 0.4 API 기준이라 DM 주소 인자가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통째로 보여 주고 다음 장에서 줄별로 뜯는다. 이 코드는 0.4 API 기준이라 DM 주소 인자가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여기가 이 부의 하이라이트다. GPU CUDA 커널이라면 blockIdx/threadIdx 로 손수 계산할 것을 vISA 는 타입 한 줄로 선언한다.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대비: CPU/GPU 컴파일러는 레지스터 할당까지 자동이지만 vISA 에는 메모리 자동 할당기가 (개념적으로) 없다. 대신 '주소를 사람이 준다'는 대가로 스케줄러가 정밀한 의존성 분석을 할 수 있게 된다. 동기화는 자동, 배치는 수동이라는 역할 분담을 강조하라.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학생이 흔히 오해하는 것: 재정렬이 연산 자체를 빠르게 만든다고 생각한다. 아니다. 총 사이클 합은 그대로고 겹침이 늘어 스팬(끝-시작)이 줄 뿐이다. 이 구분이 뒤에 나오는 hidden 개념의 씨앗이다.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'책 3개 vs 코드 4개'는 학생이 문서와 코드를 대조할 때 반드시 만나는 불일치라 미리 못을 박아 둔다. Rust 분리 빌림 이야기는 언어 기능이 하드웨어 모델을 그대로 반영한 좋은 사례다.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다음 두 장(해저드, 실측 표)의 이론 틀이다. Vector/Cast 가 한 스케줄링 단위라 main 이 캐스팅 경로를 바꾼다는 사실은, 컴파일러가 자원 충돌을 피하려고 알고리즘 선택까지 바꾼다는 좋은 예시다.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 예는 뒤 실측 표에서 사이클까지 확인된다. WAR/WAW 예는 정의로부터 구성한 설명이다. 학생에게는 '왜 배리어를 안 써도 되는가'라는 질문으로 시작해 이 표로 답하는 흐름이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표는 다음 장에서 네 가지로 해부한다. 지금은 '소스 5줄이 사이클 축 위에 이렇게 펼쳐진다'는 그림만 각인시켜라. 소스 열이 붙는 것은 JSON 의 description 필드에 파일:행:열과 그 한 줄이 들어 있기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(c)의 2,445 사이클 대기가 다음 장 이중 버퍼링의 동기다. 130개 집계는 컴파일러 스케줄 모델 예측값임을 다시 명시하라. 명령 수 함정의 극단 예: 인스트럭션 12개인 at_primitives::vrf::multi_vrf_at 가 10,845,036 사이클인데, 258개인 tile::tile_simple 은 6,840,200 사이클로 더 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강조할 점: 이 패턴은 하드웨어 명령이 아니라 '주소 배치 관용구'다. 앞에서 배운 규칙(다른 주소 → 해저드 없음, 다른 컨텍스트 → 자원 충돌 없음)의 조합일 뿐이다. 참고로 앞 실측 커널 dn_state 는 단일 배치라 to_trf()(Full)만 쓴다. 이중 버퍼링은 to_trf_at 로 절반을 교대해야 관측된다.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'하드웨어가 강제하는 반쪽'과 '작성자가 만드는 반쪽'의 차이를 분명히 하라. 40 KB 제한은 실전에서 타일 크기 설계에 바로 영향을 준다 — 겹침이 항상 공짜가 아니라는 첫 사례다.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실무적으로 가장 유용한 슬라이드다. CARGO_TARGET_DIR 격리와 '카드를 안 잡는다'는 두 가지가 실제로 작업 흐름을 바꾼다. 프롤로그 2003 은 스팬 3,050~3,762 짜리 짧은 커널에서는 전체의 53~66% 를 차지한다 — 130개 중 16개가 그렇다.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학생이 실제로 손을 대게 될 명령이다. 축이 다르다는 점(컨텍스트 vs 엔진)을 무시하고 두 표를 나란히 놓으면 VectorEngine 이 사라진 것처럼 보여 혼란이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 전체의 개념적 정점이다. '재정렬의 이득은 겹침에서 온다'(3장) → '실측에서 sub 가 숨었다'(8장) → '그 숨은 양의 이름이 hidden 이다'(이 장)로 이어지는 줄기를 다시 짚어 주면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잠깐 멈춰라. 두 수치의 차이 30.563%p(5,487 사이클)는 이미 main/sub 뒤에 숨어 있어서, DMA 를 아무리 빠르게 해도 스팬이 줄지 않는 부분이다. 암달의 법칙을 이 데이터로 다시 설명할 수 있는 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부의 실무 결론 슬라이드다. 표의 각 행은 앞 장들에서 하나씩 근거를 댄 것이므로 되짚어 주면 좋다. 마지막 불릿은 다음 부(실기 실행)로의 다리다.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장. 각 함정은 앞 슬라이드 중 하나에 근거가 있으므로, 질의응답에서 되짚을 수 있도록 순서를 앞 흐름과 맞춰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줄이 이 부의 결론이다. 나머지 슬라이드는 (1) 그럼 뭐가 도는가, (2) 뭐가 안 도는가, (3) 왜 그냥 돌리면 0개인가, (4) 그래서 뭘 최적화해야 하는가를 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연구 자료로 쓸 때 가장 중요한 건 '이 숫자 어디서 났냐'에 답할 수 있는가다. 세 로그 파일 이름을 외워두면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93.3%라는 숫자를 만들 때 '무엇을 정상으로 셀 것인가'를 명시하는 게 정직한 보고다. 80과 83 둘 다 적고 근거를 붙였다.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통과가 몰려 있는 곳을 보라. switch·contract·vector_engine 세 그룹이 63개로 전체의 대부분이다. 즉 '매핑 규칙 검증'과 '벡터 연산'은 실기에서 잘 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질문이 'vISA로 뭘 할 수 있냐'였다면 이 표가 직접적인 답이다. 마지막 줄을 빼먹지 말 것 — matmul이 안 되는 건 중요한 사실이다.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 2.5 0.5B 예제는 차원은 진짜지만 테스트가 넣는 가중치가 전부 zero() 라 데이터플로우 검증용이고, Llama 3.1 attention 예제는 소스가 // TODO 로 끊긴 미완성 골격이다.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이게 이 부 전체를 관통하는 방법론 교훈이다. '컴파일 통과했으니 된다'고 쓰면 틀린 보고가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처음엔 '실패의 상당수가 의도적 표본일 것'이라고 추정했는데, 전수 분류해 보니 틀렸다. 이름으로 판단하면 안 된다 — contract_outer_assertions::lane_size::valid_size_{1,2,4} 는 이름이 valid_* 인데 실패한다.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발표에서 하나만 강조하라면 matmul 7종 전멸이다. '행렬곱 가속기인데 예제 행렬곱이 실기에 안 올라간다'는 사실이 이 스택의 현재 성숙도를 가장 잘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학생들에게 강조할 점: 컴파일 실패 로그를 모아 분류하면 그 자체가 하드웨어·컴파일러의 지도가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3건은 reshape ×2 + chip_shuffle. 요구/실제가 50,560/33,792 와 56,576/37,888 로 둘 다 비율 1.49~1.50 — 우연이 아니라 단일 크기계산 결함의 서명이다. 세 건 모두 에뮬레이션에서는 통과하므로 매핑은 유효하고 NPU 런타임 쪽 문제다.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비트 재해석 트릭을 강조할 것 — 쓰레기 값을 만나면 다른 타입으로 읽어보는 것이 원인 규명의 표준 수단이다.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MNIST처럼 정답을 검증하는 테스트가 없으면 이런 결함은 그냥 통과한다. 학생 프로젝트에서도 반드시 호스트 기준값과 비교하는 어서션을 붙이게 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두 건은 '실기 결함'으로 세지 않는다. 대신 '테스트를 어떻게 써야 하는가'의 교훈으로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게이팅에 쓰는 #[cfg(not(backend = "npu"))] 는 우리가 발명한 게 아니라 상류 저장소가 이미 tests/matmul_tests.rs:124 에서 쓰고 있는 관용구다. 그래서 정당하다.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게이팅이 서브셋의 상위호환이다. 다만 처음 시도할 때는 서브셋으로 실기가 도는지부터 확인하는 게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발견 하나로 '실기 실패 25건'이 '3건'으로 바뀌었다. 측정 방법이 결론을 바꾼 교과서적 사례다.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개수가 네 종류 공존한다는 점도 같이 알려줄 것: 207(툴 자체 집계, 제네릭 단형화 포함) / 200(소스 텍스트 추출, 매트릭스의 분모) / 143(게이팅 후 실기 빌드 = 207-64) / 63 vs 64(보정 전후). 넷 다 맞으니 억지로 통일하려 하지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모델을 신뢰할 근거는 하나 있다: 이 분석기가 mnist::forward 에 대해 내놓은 17,953 cycle / 22 instruction 과 엔진 분해(DmaEngine 12,365 / MainContext 7,682 / SubContext 790)가 독립적으로 기록된 수치와 정확히 일치했다. 단 두 기록이 같은 스케줄 모델 산출물이므로 벽시계 대조는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학생들에게: 성능 수치를 인용할 때 '총 점유'와 '순수 점유'를 구분하는 습관을 들여라. 겹치는 파이프라인에서는 합이 100%를 넘는 게 정상이다.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결론이 지난 세션에서 'vISA 연산 최적화' 주제가 세 번 무너진 이유를 정량적으로 설명한다. vISA가 배타적으로 노출하는 건 슬라이스 내부 데이터패스인데, 사이클의 대부분은 슬라이스 바깥의 데이터 이동에서 나온다. 전형적인 Amdahl 상한이다.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46.9배 수치도 사이클 값이므로 스케줄 모델 계열로 읽는 것이 안전하다. 다만 배수가 워낙 커서 방향 자체는 흔들리지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gate_kernels.py, gate_tests.py, npu_matrix.sh 는 _evidence/tools/ 에 그대로 있다. 다만 경로가 job 임시 디렉터리로 하드코딩돼 있어 재실행하려면 고쳐야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gate_kernels.py, gate_tests.py, npu_matrix.sh 는 _evidence/tools/ 에 그대로 있다. 다만 경로가 job 임시 디렉터리로 하드코딩돼 있어 재실행하려면 고쳐야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발표에서 시간이 없으면 ②③④만 강조해도 된다. 나머지는 문서에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경계는 문서가 아니라 grep 결과로 확인한 것이다. TCL 공개 API에 Slice/Lane/Packet 이 0건이라는 사실이 계층 경계의 실측 근거다.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난이도와 소요 시간은 위 실측을 근거로 한 제안이지 측정된 값이 아니다. 그렇게 밝히고 말할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_evidence/README.md 에 핵심 수치를 awk / python 한 줄로 직접 재확인하는 명령이 들어 있다. 발표 중 누가 숫자를 의심하면 그 자리에서 돌려 보일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마무리: 이 부의 모든 숫자는 재현 가능하고, 재현 명령과 원본 로그가 저장소에 함께 있다. 다음 사람은 여기서부터 시작하면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시작 전에 이 슬라이드만 보고 손이 움직이게 하는 것이 목표다. --backend 위치와 [package.metadata.furiosa-opt] 마커, 이 둘이 초보자가 첫날 가장 많이 막히는 지점이다.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덤프 5종 중 실전에서 손이 가는 것은 --dump-schedule 과 --dump-summary 둘이다. 나머지 셋은 컴파일러 내부를 들여다볼 때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성능 이야기를 할 때 '어느 숫자를 인용하는가'를 훈련시키는 자리다. 68.874%(총 점유)와 38.311%(io_only)를 섞어 말하면 결론이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 하나로 '백엔드 이름이 안 먹는다'는 첫날 사고를 막을 수 있다. 책과 실제가 갈리는 대표 사례라 교육적으로도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카드를 쓰는 순간부터는 소프트웨어 문제와 하드웨어 상태를 분리해서 봐야 한다. status 를 전후로 찍는 습관이 그 분리선을 만들어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연산자 열 개를 전부 외울 필요는 없다. Symbol, Pair, Stride, Modulo, Padding 다섯 개가 실전 코드의 9할을 차지한다.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매핑 타입 한 줄을 손으로 읽고 검산까지 해 보는 것이 매핑 학습의 전부다. 슬라이드에 적은 '256 × 8 = 2048' 검산을 학생에게 시켜라.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학생이 '슬라이스가 256개'와 '슬라이스가 맡는 타일이 32×32'를 혼동하는 일이 매우 흔하다. 뒤의 실수 슬라이드에서 다시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512 KB/slice 라는 숫자를 체감시키려면 예를 들어 보라. bf16 텐서라면 슬라이스당 262,144원소, 512슬라이스 기준 칩 전체 1.34억 원소가 한계다.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flit/packet 은 초심자가 가장 늦게 감이 오는 부분이다. i8 32원소와 bf16 32원소를 나란히 계산해 보이는 것이 가장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뱅크 기아는 vISA 에서 유일하게 '하드웨어를 망가뜨릴 수 있는' 등급의 제약이다. 강한 제약으로 다루라고 책이 명시적으로 적어 두었다.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1~5 는 첫 주에 반드시 밟는 지뢰다. 특히 4번은 '초록불이 떴다'는 착시를 만들기 때문에 가장 위험하다.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9번과 10번은 이 강의 전체의 인용 규율이다. 학생이 보고서를 쓸 때 이 두 줄만 지켜도 신뢰도가 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11번은 '주석을 믿지 말고 검산하라'는 태도 훈련이다. 12~14번은 실습 중 반드시 한 번씩 만나게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용어표는 외우라고 있는 게 아니라 막혔을 때 찾으라고 있는 것이다. 강의 중에는 읽지 말고 존재만 알려라.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매핑 용어는 이 강의의 핵심 어휘다. Spatial 과 Temporal 의 구분, 그리고 Padding 의 '임의값' 성질을 특히 강조하라.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네 개와 Hazard 세 종류는 스케줄링 장의 핵심이라 여기서 다시 한 번 복습시키는 자리다.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 책은 '이 하드웨어가 어떻게 생겼는가'를 알려 준다. 반면 우리 서버에서 실제로 무엇이 되는가는 다음 슬라이드의 book_guide 가 알려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문서 묶음의 역할 분담을 마지막으로 다시 강조하라. book_ko 는 사양, book_guide 는 우리 환경의 실측이다.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부록의 마무리이자 이 강의 전체의 규율이다. --dump-schedule 과 --dump-summary 는 NPU 를 잡지 않는 대신 스케줄 모델 예측값을 주고, --backend npu 실행만이 실제 하드웨어의 답을 준다. 보고서에 숫자를 적을 때 어느 쪽인지 반드시 명시하게 하라.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5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8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9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0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1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2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3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4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5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6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8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9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0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1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2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3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4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5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6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8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9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2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3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4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63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vISA로 무엇을 할 수 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9DEF7"/>
                </a:solidFill>
                <a:latin typeface="Segoe UI"/>
                <a:ea typeface="맑은 고딕"/>
                <a:cs typeface="맑은 고딕"/>
              </a:rPr>
              <a:t>행렬곱·타일링·Tensor Core 기초부터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9DEF7"/>
                </a:solidFill>
                <a:latin typeface="Segoe UI"/>
                <a:ea typeface="맑은 고딕"/>
                <a:cs typeface="맑은 고딕"/>
              </a:rPr>
              <a:t>FuriosaAI RNGD NPU 커널 작성까지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C1E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0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딥러닝 연산의 정체는 결국 행렬곱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전체 지도를 먼저 보고, 행렬곱·GEMM·einsum·텐서 축약까지 쌓는다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발표가 끝나면 할 수 있게 되는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0부 — 목표 설정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임의의 딥러닝 연산(Attention, Convolution, MLP)을 einsum 한 줄로 받아 적을 수 있다. 예를 들어 GEMM 은 IK, KJ -&gt; IJ 로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칩의 하드웨어 4계층(Chip / Cluster / Slice / Lane)과 Tensor Unit 의 8단 파이프라인을 백지에 그릴 수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칩 하나에 Cluster 2개, Cluster 하나에 Slice 256개, Slice 하나에 Lane 8개 — 이 숫자를 외운 상태로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 커널 코드를 읽고 "이 텐서가 어느 메모리에, 어느 슬라이스에, 어떤 순서로 놓이는지"를 말할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왜 어떤 커널은 곱셈기의 1/32 만 일하고 나머지는 노는지 설명할 수 있다. 공식 문서가 교육용 반면교사로 제시하는 실제 사례가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지금 vISA 로 되는 것과 안 되는 것을 구분할 수 있다. vISA 는 알파 단계 소프트웨어이며 공식 문서가 스스로 그렇게 경고한다.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전제하지 않는 것: Rust 문법, CUDA 경험, 하드웨어 설계 지식, 컴파일러 이론.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전제하는 것: 행렬 A 와 벡터 x 를 곱해 본 적이 있다는 것. 딱 그것뿐이다.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목표는 "NPU 를 안다"가 아니라 "NPU 커널을 읽고, 왜 느린지 말할 수 있다"다.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전체 지도 — 열한 부로 쌓아 올린다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0부 — 발표의 구조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835"/>
                <a:gridCol w="3987202"/>
                <a:gridCol w="5980802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제목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 부가 끝나면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 · 1부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기초 — 딥러닝 연산의 정체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GEMM·einsum·텐서 축약을 손으로 계산할 수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왜 빠른 계산기만으로는 안 되나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메모리 벽·연산강도·Roofline 을 읽을 수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Core 란 무엇인가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MAC 에서 시스톨릭 어레이까지 그릴 수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타일링 (Tiling)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왜 필요한지 설명하고 이동량을 계산할 수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 / TCP 하드웨어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4계층과 8단 파이프라인을 백지에 그릴 수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 라는 언어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어느 계층이고 무엇을 노출하는지 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 m![]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커널의 매핑 한 줄을 읽어낼 수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완전 해부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constant_add~GEMM~MNIST 코드를 따라갈 수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9부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실행 모델과 스케줄링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컨텍스트·해저드·사이클을 읽을 수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실제로 되는 것과 안 되는 것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실측 기준으로 한계를 말할 수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부록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치트시트·용어·자주 하는 실수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필요할 때 찾아본다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1부는 하드웨어를 한 번도 언급하지 않고 끝난다. 순수하게 수학과 연산량 이야기다.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발표의 전체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왼쪽에서 오른쪽으로 쌓아 올린다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40280"/>
            <a:ext cx="2094525" cy="274320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1~2부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기초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행렬곱 · GEMM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einsum · 텐서 축약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메모리 벽 · 연산강도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597" y="3611880"/>
            <a:ext cx="12801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07757" y="2240280"/>
            <a:ext cx="2094525" cy="274320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3~4부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왜 이렇게 만드나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MAC · 시스톨릭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Tensor Core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1425" y="3611880"/>
            <a:ext cx="12801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48585" y="2240280"/>
            <a:ext cx="2094525" cy="274320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5부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하드웨어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RNGD / TCP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Chip·Cluster·Slice·Lane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8단계 파이프라인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52254" y="3611880"/>
            <a:ext cx="12801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289414" y="2240280"/>
            <a:ext cx="2094525" cy="274320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6~7부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vISA 언어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어느 계층인가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 m![]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타일링을 적는 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93082" y="3611880"/>
            <a:ext cx="12801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530242" y="2240280"/>
            <a:ext cx="2094525" cy="2743200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28016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8~10부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실제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커널 해부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 · 실측</a:t>
            </a:r>
          </a:p>
          <a:p>
            <a:pPr algn="ctr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무엇이 되고 안 되나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239512"/>
            <a:ext cx="11057839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앞부분(1~4부)은 NPU가 아니어도 통하는 일반 지식이다. 5부부터 RNGD 고유 내용이 시작된다.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지금 이해가 안 되는 부분이 있어도 좋다. 7부의 매핑 m![] 한 줄에 앞의 모든 개념이 모인다.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발표를 읽는 법 — 숫자에는 반드시 출처가 붙는다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0부 — 표기 규약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[문서] — FuriosaAI 가 배포한 vISA 공식 매뉴얼(furiosa-opt book)의 한국어 번역본에서 확인한 사실이다. 하드웨어 구조·API·제약이 여기 속한다.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[모델] — 컴파일러의 스케줄 모델이 예측한 사이클 수다. 실제 칩에서 잰 값이 아니다. 발표에 나오는 사이클 수치는 대부분 여기에 속한다.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예: "65,536개를 스칼라 1개로 리듀스하는 데 약 296 사이클"은 문서에 적힌 지연 예산이지 실측 벤치마크가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[실측] — 우리 서버의 RNGD 카드에서 직접 측정한 값이다. 이 표시가 없으면 실측이 아니라고 보면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용어는 vISA 용어집(GLOSSARY.md)을 따른다. 한국어 용어 뒤에 영어 원어를 괄호로 병기한다 — 예: 텐서 축약(tensor contraction), 매핑(mapping).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코드는 두 종류다. 1부의 의사코드는 Python 스타일로 읽기 쉽게 쓰고, 6부부터 나오는 실제 vISA 커널은 Rust 다. vISA 는 Rust 로 작성한다.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수식은 인덱스 표기를 쓴다. C[i][j] = Σ_k A[i][k] × B[k][j] 처럼, 어느 축이 살아남고 어느 축이 사라지는지가 눈에 보이게 적는다.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모델 예측과 실측을 섞어 말하는 순간 성능 논의는 신뢰를 잃는다. 그래서 매번 구분해 표기한다.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딥러닝 모델은 거대한 행렬곱 더미다. 나머지는 곁다리다.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시작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신경망 한 층은 y = Wx + b 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가장 밑바닥부터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신경망의 한 층(layer)이 하는 일은 딱 하나다. 입력 벡터 x 를 받아 행렬 W 를 곱하고 벡터 b 를 더해 출력 y 를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구체적인 예를 잡는다. MNIST 손글씨 숫자 인식의 첫 층: 28×28 = 784 픽셀을 한 줄로 편 입력을 받아 128차원으로 줄인다.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x 는 길이 784 인 벡터다. 픽셀 밝기 784개를 순서대로 늘어놓은 것이다.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W 는 128행 784열 행렬이다. 원소 개수는 128 × 784 = 100,352 개다. 이것이 이 층이 학습하는 파라미터의 거의 전부다.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b 는 길이 128 인 벡터다. 각 출력에 하나씩 더해지는 치우침(bias) 값이다.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y 는 길이 128 인 벡터다. 원소 하나하나는 이렇게 계산된다.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y[i] = W[i][0]·x[0] + W[i][1]·x[1] + … + W[i][783]·x[783] + b[i]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즉 y[i] 는 W 의 i 번째 행과 x 의 내적(dot product)에 b[i] 를 더한 값이다. 이 계산을 i = 0 부터 127 까지 128번 반복한다.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곱셈 횟수는 128 × 784 = 100,352 회, 덧셈도 같은 수만큼이다. 합쳐서 약 200,704 번의 연산으로 한 층이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층 뒤에는 활성함수가 붙는다. ReLU 는 y[i] 가 음수면 0으로, 양수면 그대로 두는 것뿐이라 128번의 비교로 끝난다. 200,704 대 128 — 비교가 안 되는 규모다.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신경망의 "학습된 지능"은 100,352개 숫자로 된 행렬 W 하나에 들어 있고, 이 층을 실행한다는 건 곧 그 행렬을 곱한다는 뜻이다.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실제로 세어 보면: 연산의 99.85% 가 행렬곱이다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MNIST 분류기 784→128→10 전체 연산량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732"/>
                <a:gridCol w="5881829"/>
                <a:gridCol w="282327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연산량(FLOP)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1층 행렬곱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W1[128][784] × x[784]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200,704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1층 bias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y1 + b1 (덧셈 128회)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128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ReLU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max(0, y1) (128개 원소)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128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2층 행렬곱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W2[10][128] × h[128]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2,560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2층 bias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y2 + b2 (덧셈 10회)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softmax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exp·합·나눗셈 (10개 원소)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약 30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약 203,560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최적화의 대상은 명확하다. 행렬곱만 빠르게 하면 딥러닝 전체가 빨라진다.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스칼라 · 벡터 · 행렬 · 텐서 — 축이 몇 개냐의 문제일 뿐이다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용어 정리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7335"/>
                <a:gridCol w="1102721"/>
                <a:gridCol w="6126227"/>
                <a:gridCol w="153155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 개수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구체적인 예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원소 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스칼라 (scalar)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학습률 0.001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벡터 (vector)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MNIST 이미지 1장을 편 것 x[784]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784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행렬 (matrix)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 층의 가중치 W[128][784]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100,352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3D 텐서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문장 배치 [배치 32, 길이 512, 차원 4096]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67,108,864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4D 텐서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RGB 이미지 배치 {N=4, C=3, H=256, W=512}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1,572,864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텐서의 정확한 정의 — 축의 순서는 의미가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vISA 공식 문서의 정의를 그대로 따른다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공식 문서의 정의: 텐서는 "텐서 인덱스에서 값으로 가는 매핑"이고, 텐서의 모양(shape)이 어떤 인덱스가 유효한지를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모양은 "이름 붙은 축들의 순서 없는 집합"이다. 여기가 핵심이다.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{N=4, C=3} 과 {C=3, N=4} 는 같은 텐서를 가리킨다. 의미를 담는 것은 위치가 아니라 축 이름이다.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텐서 인덱스는 각 축마다 값을 하나씩 지정해 만든다. 모양 {N=4, C=3} 의 유효한 인덱스는 {N:0, C:0}, {N:0, C:1}, {N:0, C:2}, {N:1, C:0} … 총 12개다.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왜 이 정의를 굳이 짚는가. NumPy 나 PyTorch 에서는 축 순서가 곧 메모리 순서다. shape (4, 3) 과 (3, 4) 는 다른 배열이고, 순서를 바꾸려면 transpose 를 호출해야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 는 이 둘을 분리한다. "논리적으로 어떤 축이 있는가"(모양)와 "물리적으로 메모리 어디에 놓이는가"(매핑)를 따로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vISA 에서는 축의 순서를 바꾸는 일이 데이터를 옮기는 일이 아니라, 매핑 표현식을 다르게 쓰는 일이 된다. 이 개념이 7부의 전부다.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지금은 "텐서 = 축 이름에서 값으로 가는 표"라고만 기억하면 된다. 순서는 나중에 우리가 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위치가 아니라 이름이 의미를 담는다 — 이 한 문장이 einsum 표기와 vISA 매핑을 동시에 설명한다.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1단계: 내적 (dot product) — 벡터 둘을 스칼라 하나로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축약의 최소 단위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내적: 길이 K 인 벡터 x, y 를 받아 숫자 하나를 만든다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4151376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입력: x[K], y[K]      출력: 스칼라 acc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acc = 0.0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k in range(K):          # 축약 축 K 를 따라 훑는다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acc += x[k] * y[k]      # 곱셈 1번 + 덧셈 1번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결과: acc = x[0]*y[0] + x[1]*y[1] + ... + x[K-1]*y[K-1]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1단계: 내적 (dot product) — 벡터 둘을 스칼라 하나로 —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축약의 최소 단위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루프는 1중이고, 몸통이 K 번 실행된다. 몸통마다 곱셈 1회와 덧셈 1회가 일어나므로 연산량은 2K FLOP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K = 784 (앞의 MNIST 예) 이면 1,568 FLOP 이다. 앞서 본 한 층 200,704 FLOP 의 128분의 1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 접근량을 세어 본다. x 에서 K 개, y 에서 K 개, 합쳐 2K 개 값을 읽고 결과 1개를 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bf16(원소당 2바이트)이면 읽는 양은 2 × 2 × 784 = 3,136 바이트다.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연산량 ÷ 메모리 접근량 = 1,568 ÷ 3,136 = 0.5 FLOP/바이트. 이 값을 산술 강도(arithmetic intensity)라 부른다.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0.5 는 처참하게 낮은 값이다. 2바이트를 읽어와서 겨우 1 FLOP 을 한다. 계산기는 놀고 메모리만 바쁘다 — 이런 상태를 메모리 바운드(memory-bound)라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읽어온 값을 단 한 번도 재사용하지 않기 때문이다. x[k] 도 y[k] 도 딱 한 번 쓰이고 버려진다.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내적은 곱한 뒤 더해서 축을 하나 없애는 연산이다. 축약(contraction)의 가장 단순한 형태다.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2단계: GEMV (행렬 × 벡터) — 내적을 M 번 반복한다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축약의 확장 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GEMV: 행렬 A[M][K] 와 벡터 x[K] 를 곱해 벡터 y[M] 을 만든다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4151376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입력: A[M][K], x[K], b[M]      출력: y[M]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range(M):              # 출력 축 M — 살아남는 축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acc = 0.0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k in range(K):          # 축약 축 K — 사라지는 축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acc += A[i][k] * x[k]   # 곱셈 1번 + 덧셈 1번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y[i] = acc + b[i]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2단계: GEMV (행렬 × 벡터) — 내적을 M 번 반복한다 —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축약의 확장 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안쪽 루프는 앞 장의 내적과 글자 하나 안 다르다. A 의 i 번째 행과 x 의 내적일 뿐이다. 그것을 i = 0 … M-1 까지 M 번 반복한 것이 GEMV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루프는 2중이고, 몸통이 M × K 번 실행된다. 연산량은 2MK FLOP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 = 128, K = 784 이면 2 × 128 × 784 = 200,704 FLOP — 슬라이드 6에서 손으로 센 그 숫자와 정확히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 접근량: A 에서 M×K = 100,352 개, x 에서 K = 784 개를 읽고 y 에 M = 128 개를 쓴다. bf16 이면 약 202,528 바이트다.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산술 강도는 200,704 ÷ 202,528 ≈ 0.99 FLOP/바이트다. 내적의 0.5 보다 겨우 두 배 나아졌을 뿐 여전히 메모리 바운드다.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이유는 명확하다. 행렬 A 의 원소 100,352 개는 각각 딱 한 번씩만 쓰인다. 재사용이 0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반면 벡터 x 는 M = 128 번 재사용된다. 모든 행이 같은 x 를 필요로 하기 때문이다. 여기서 브로드캐스트(broadcast)라는 개념이 처음 등장한다.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x 를 128개 행에 복사해 뿌려 놓으면, 128개의 내적을 동시에 계산할 수 있다. 이것이 NPU 가 GEMV 를 병렬화하는 방식이다.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GEMV 는 "내적 M 개를 동시에"다. M 개는 서로 독립이므로 완전히 병렬로 돌릴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3단계: GEMM (행렬 × 행렬) — 삼중 루프, 그리고 재사용의 등장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축약의 확장 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GEMM: A[M][K] × B[K][N] = C[M][N]. 딥러닝 연산량의 99% 가 이 모양이다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4151376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입력: A[M][K], B[K][N]      출력: C[M][N]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range(M):              # 출력 축 M — 살아남는다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j in range(N):          # 출력 축 N — 살아남는다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acc = 0.0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k in range(K):      # 축약 축 K — 사라진다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acc += A[i][k] * B[k][j]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C[i][j] = acc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3단계: GEMM (행렬 × 행렬) — 삼중 루프, 그리고 재사용의 등장 —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축약의 확장 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루프는 3중이고, 가장 안쪽 몸통이 M × N × K 번 실행된다. 몸통마다 곱셈 1 + 덧셈 1 이므로 연산량은 2MNK FLOP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MNIST 예에 배치를 붙여 본다. 이미지 32장을 한꺼번에 처리하면 M = 128, N = 32, K = 784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2 × 128 × 32 × 784 = 6,422,528 FLOP. 이미지 한 장씩 처리하던 GEMV(200,704)의 정확히 32배다.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그런데 메모리 접근량은 32배가 되지 않는다. 여기가 GEMM 의 결정적 차이다.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 는 여전히 100,352 개, B 는 784 × 32 = 25,088 개, C 는 128 × 32 = 4,096 개다. 합쳐 129,536 개 — GEMV 의 101,264 개에서 1.28배 늘었을 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산술 강도는 6,422,528 ÷ 259,072 ≈ 24.8 FLOP/바이트. 내적의 0.5, GEMV 의 0.99 에서 25배 뛰었다.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재사용이 생겼기 때문이다. A[i][k] 는 j 루프가 도는 동안 N = 32 번 쓰이고, B[k][j] 는 i 루프가 도는 동안 M = 128 번 쓰인다.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한 번 읽어온 값을 여러 번 쓸 수 있다는 것 — 이것이 GEMM 이 가속기에 유리한 유일하고도 결정적인 이유다.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GEMM 은 연산량이 세제곱으로 늘지만 데이터는 제곱으로만 는다. 그래서 크게 할수록 이득이다.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세 연산을 한 장에 — 축이 하나씩 늘어날 뿐이다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dot → GEMV → GEMM 요약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6"/>
                <a:gridCol w="3870244"/>
                <a:gridCol w="2488014"/>
                <a:gridCol w="165867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einsum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루프 깊이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연산량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내적 (dot)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I, I -&gt;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GEMV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IJ, J -&gt; I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2중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2MK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IK, KJ -&gt; IJ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2MNK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배치 matmul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VMK, KN -&gt; VMN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4중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2VMNK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네 연산 모두 "곱한 뒤 공유 축을 따라 더한다"는 한 가지 일을 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2MNK 는 어디서 나오나 — 그리고 MAC 1회 = 2 FLOP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연산량 공식 뜯어보기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삼중 루프의 가장 안쪽 몸통은 acc += A[i][k] * B[k][j] 한 줄이다. 이 한 줄이 곱셈 1회와 덧셈 1회, 즉 2 FLOP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몸통이 실행되는 횟수는 바깥 루프 M 회 × 가운데 루프 N 회 × 안쪽 루프 K 회 = M·N·K 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따라서 GEMM 의 연산량 = 2 × M × N × K FLOP. 이것이 업계 표준 정의다.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엄밀히 따지면 첫 덧셈은 0 에 더하는 것이라 실질 연산량은 2MNK − MN 이다. 하지만 MN 은 MNK 에 비해 무시할 수준이라(위 예에서 4,096 대 6,422,528, 즉 0.06%) 관례상 2MNK 로 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하드웨어는 이 곱셈+덧셈을 하나의 연산기로 처리한다. 그 연산기 이름이 MAC(Multiply-Accumulate)이다 — 곱하고 더하는 기본 연산기라고 vISA 용어집에 정의돼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즉 MAC 1회 = 2 FLOP 이다. 칩 스펙에 적힌 "몇 TFLOPS"는 대체로 (MAC 개수 × 2 × 클럭 주파수)로 계산한 값이다.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에서는 Lane 이 이 MAC 배열의 한 행에 해당한다. 슬라이스마다 Lane 이 8개 있고, 슬라이스는 클러스터당 256개, 클러스터는 칩당 2개다.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곱하면 칩 하나에 8 × 256 × 2 = 4,096 개의 Lane 이 있다. 이 4,096 개를 전부 놀리지 않고 돌리는 것이 이 발표의 최종 목표다.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연산량을 세는 능력이 곧 성능을 예측하는 능력이다. 2MNK 를 손으로 계산할 수 있으면 절반은 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연산은 세제곱, 메모리는 제곱 — 이 격차가 가속기의 존재 이유다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연산량: 2n³ FLOP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정사각 GEMM (M = N = K = n) 을 기준으로 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연산량 = 2n³ FLOP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128 → 4.19 MFLOP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1024 → 2.15 GFLOP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4096 → 137 GFLOP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n 을 8배 키우면 연산량은 512배가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딥러닝 모델이 커진다는 말은 곧 n 이 커진다는 말이고, 연산량은 그 세제곱으로 폭발한다.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메모리: 최소 6n² 바이트 (bf16)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메모리는 A, B, C 를 한 번씩만 읽고 쓰면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최소 접근량 = 3n² 원소 = 6n² 바이트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128 → 96 KiB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1024 → 6 MiB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4096 → 96 MiB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n 을 8배 키워도 메모리는 64배만 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산술 강도 = 2n³ ÷ 6n² = n / 3 FLOP/바이트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128 → 42.7, n = 1024 → 341, n = 4096 → 1,365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행렬을 키울수록 바이트당 할 수 있는 계산이 늘어난다. 큰 GEMM 이 NPU 에 유리한 수학적 이유다.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함정: 아무 생각 없이 짜면 GEMM 도 산술 강도 0.5 로 떨어진다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그래서 타일링이 필요하다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앞 장의 "메모리 3n² 만 읽으면 된다"는 계산에는 숨은 전제가 있다. 읽어온 값을 재사용할 때까지 어딘가에 들고 있을 수 있다는 전제다.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삼중 루프를 문자 그대로 실행하면 어떻게 되는가. 안쪽 루프가 한 번 돌 때마다 A[i][k] 와 B[k][j] 를 메모리에서 새로 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몸통이 MNK 번 실행되므로 읽는 값의 개수는 2MNK 개다. M=N=K=1024 이면 21억 개, bf16 으로 4.3 GB 다. 이상적인 6 MiB 의 700배가 넘는다.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이때 산술 강도 = 2MNK FLOP ÷ 4MNK 바이트 = 0.5 FLOP/바이트. 내적과 똑같은 값으로 굴러떨어진다.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즉 GEMM 이 본질적으로 좋은 게 아니다. 재사용을 실제로 살려낸 GEMM 이 좋은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재사용을 살리는 방법이 타일링(tiling)이다. 큰 행렬을 작은 블록으로 쪼개서, 블록 하나를 빠른 메모리에 올려놓고 그 안에서 최대한 우려먹는다.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CPU 는 캐시가, GPU 는 공유 메모리와 레지스터가 이 일을 한다. RNGD 는 슬라이스마다 있는 DM(Data Memory) 512 KB 와 레인마다 있는 TRF(Tensor Register File) 8 KB 가 그 역할을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숫자로 감을 잡는다. n = 1024 정사각 GEMM 의 행렬 A 하나가 bf16 으로 2 MB 다. 슬라이스 하나의 DM 512 KB 에는 절대 안 들어간다.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그래서 쪼개서 여러 슬라이스에 나눠 담아야 한다. "어떻게 쪼개고 어느 슬라이스에 어떻게 놓을 것인가" — 이것이 vISA 프로그래밍의 본체이며 3부의 주제다.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이론적 산술 강도 341 과 순진한 구현의 0.5 사이의 700배 격차 — 이 격차를 메우는 일이 커널 프로그래밍이다.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einsum 표기법 — 축 이름만으로 연산을 정의한다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읽는 법 네 가지 규칙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einsum(Einstein summation) 표기는 축 이름 문자열만으로 텐서 연산을 완전히 정의하는 방법이다. 공식 문서는 이 표기를 표준으로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규칙 1. 입력 텐서마다 축 레이블을 한 글자씩 나열하고, 입력끼리는 쉼표로 구분한다. A 가 (I × K) 행렬이면 IK 라고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규칙 2. 화살표 -&gt; 뒤에 출력 텐서의 축을 쓴다. 출력이 (I × J) 행렬이면 IJ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규칙 3. 입력에는 있는데 출력에 없는 축은 축약된다. 그 축을 따라 전부 더해서 없앤다는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규칙 4. 한쪽 입력에만 있고 출력에는 살아 있는 축은 브로드캐스트된다. 다른 쪽 입력이 그 축 방향으로 복제된다는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이제 IK, KJ -&gt; IJ 를 읽어 본다. A 는 축 I·K 를 가지고, B 는 축 K·J 를 가지고, 결과는 축 I·J 를 가진다.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I 는 A 에만 있고 출력에 살아 있다 → B 가 I 방향으로 브로드캐스트된다.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J 는 B 에만 있고 출력에 살아 있다 → A 가 J 방향으로 브로드캐스트된다.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K 는 양쪽 입력에 다 있고 출력에는 없다 → K 를 따라 더해서 없앤다. 축약 축이다.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결국 C[i][j] = Σ_k A[i][k] × B[k][j] 다. 슬라이드 12의 삼중 루프와 완전히 같은 것을 8글자로 적었다.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주의할 점 하나. vISA 예제 커널의 GEMM 은 실제로 IK, JK -&gt; IJ 형태를 쓴다. C[i][j] = Σ_k A[i][k] × B[j][k] 로, B 를 전치해 저장한다. 수학적으로 같은 GEMM 이지만 메모리 배치가 다르다.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왜 그렇게 저장하는지는 3부에서 메모리 매핑을 다룰 때 답한다. 지금은 "einsum 이 같아도 메모리 배치는 선택의 문제"라는 것만 기억한다.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einsum 은 "무엇을 계산하는가"만 적고 "어떻게 계산하는가"는 안 적는다. 그 나머지 절반이 vISA 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einsum 예시 모음 — 읽기 연습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화살표 왼쪽에만 있는 글자를 찾아라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164"/>
                <a:gridCol w="2376919"/>
                <a:gridCol w="713075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einsum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무슨 일이 일어나나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I, I -&gt;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내적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 I 를 축약해 스칼라 하나를 만든다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IJ, J -&gt; I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GEMV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J 를 축약하고 I 를 남긴다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IK, KJ -&gt; IJ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K 를 축약하고 I, J 를 남긴다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BIK, BKJ -&gt; BIJ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배치 GEMM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는 양쪽·출력에 모두 있어 축약되지 않는 배치 축이다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VMK, KN -&gt; VMN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가중치 공유 배치 matmul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 는 왼쪽에만 있어 살아남고, 가중치 KN 이 V 방향으로 브로드캐스트된다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IJ -&gt; JI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전치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축약이 없다. 축 이름 순서만 바꿔 읽는다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IJ -&gt; 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행 합(row sum)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입력이 하나인 축약. J 를 더해 없앤다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I, J -&gt; IJ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외적(outer product)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공유 축이 없다. 축약 없이 곱하기만 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einsum 문자열만 보면 연산량, 축약 축, 브로드캐스트 방향이 전부 나온다.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einsum 표기 읽는 법 — 사라지는 축을 찾아라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IK, KJ → IJ  (이것이 GEMM 이다)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5344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5B6B7B"/>
                </a:solidFill>
                <a:latin typeface="Consolas"/>
                <a:ea typeface="Consolas"/>
                <a:cs typeface="Consolas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5B6B7B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2331720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5B6B7B"/>
                </a:solidFill>
                <a:latin typeface="Consolas"/>
                <a:ea typeface="Consolas"/>
                <a:cs typeface="Consolas"/>
              </a:rPr>
              <a:t> →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2331720"/>
            <a:ext cx="475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J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118104"/>
            <a:ext cx="11057839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왼쪽 = 입력 텐서들의 축,  오른쪽 = 출력 텐서의 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3447288"/>
            <a:ext cx="512064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2808" y="3502152"/>
            <a:ext cx="42062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양쪽 입력 중 하나에만 있고 출력에도 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502152"/>
            <a:ext cx="49377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자유 축 — 그대로 남는다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8" y="3922776"/>
            <a:ext cx="512064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8" y="3977640"/>
            <a:ext cx="42062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양쪽 입력 중 하나에만 있고 출력에도 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977640"/>
            <a:ext cx="49377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자유 축 — 그대로 남는다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4398264"/>
            <a:ext cx="512064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B42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4453128"/>
            <a:ext cx="42062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두 입력에 모두 있고 출력에는 없다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4453128"/>
            <a:ext cx="49377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★ 축약 축 — 이 축을 따라 더해서 없앤다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001768"/>
            <a:ext cx="11057839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규칙은 하나다. 출력에 없는 축이 축약 축이고, 그 축을 따라 합을 취한다.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예: 배치 행렬곱 BIK, BKJ → BIJ 는 B 가 양쪽 입력과 출력에 다 있으니 축약하지 않고 그대로 반복한다.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축약 축이 몇 개인지, 그 축의 크기가 얼마인지가 곧 연산량이다.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 축약 = Broadcast → Multiply → Reduce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2×2 행렬로 직접 손계산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A[2][2] × B[2][2] = C[2][2] 를 세 단계로 분해한다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4151376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 = [[1, 2],        B = [[5, 6],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[3, 4]]             [7, 8]]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1) Broadcast — 두 입력을 공통 인덱스 공간 (i, j, k) 로 펼친다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 A[i][k] 는 j 방향으로 복제,  B[k][j] 는 i 방향으로 복제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2) Multiply — 원소별로 곱한다:  P[i][j][k] = A[i][k] * B[k][j]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P[0][0][0] = 1*5 = 5      P[0][0][1] = 2*7 = 14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P[0][1][0] = 1*6 = 6      P[0][1][1] = 2*8 = 16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P[1][0][0] = 3*5 = 15     P[1][0][1] = 4*7 = 28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P[1][1][0] = 3*6 = 18     P[1][1][1] = 4*8 = 32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3) Reduce — 축약 축 k 를 따라 더해서 없앤다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C[0][0] = 5 + 14 = 19     C[0][1] = 6 + 16 = 22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C[1][0] = 15 + 28 = 43    C[1][1] = 18 + 32 =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 축약 = Broadcast → Multiply → Reduce 3단계 —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2×2 행렬로 직접 손계산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공식 문서의 정의를 그대로 옮긴다. "텐서 축약은 행렬곱을 임의의 텐서로 일반화한 것으로, 두 입력 텐서를 원소 단위로 곱한 뒤 공유되는(축약되는) 축을 따라 더한다."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그리고 "모든 축약은 Broadcast, Multiply, Reduce 세 단계로 분해된다." 예외가 없다는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중간 텐서 P 의 크기는 I × J × K 다. 위 예에서는 2 × 2 × 2 = 8개지만, M=N=K=1024 라면 10억 개가 넘는다.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실제 하드웨어는 P 를 절대 만들지 않는다. 곱하는 즉시 더해서 흘려보낸다. 그래서 MAC(곱하고 바로 누적) 이라는 연산기가 존재한다.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는 이 3단계를 파이프라인 하드웨어로 굳혀 놓았다. Outer 단계가 Broadcast 와 Multiply 를 하고, 그 뒤 Packet Reducer → Time Reducer → Lane Folder 세 단계가 Reduce 를 나눠 맡는다.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즉 슬라이드에 적은 이 3단계가 곧 칩의 회로 배치도다. 2부에서 그림으로 다시 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곱하고, 공유 축을 따라 더한다. 딥러닝 하드웨어가 하는 일은 이 한 문장이 전부다.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Attention, Convolution, MLP — 전부 축약 하나로 적힌다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vISA 공식 문서의 트랜스포머 커널 예제에서 그대로 가져온 표기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7924"/>
                <a:gridCol w="7956250"/>
                <a:gridCol w="121366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입력 모양 × 입력 모양 -&gt; 출력 모양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축약 축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QKV 프로젝션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s, D) × (D, h, dk) -&gt; (B, s, h, dk)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Attention 점수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G, h, s_q, dk) × (B, h, s_k, dk) -&gt; (B, G, h, s_q, s_k)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Attention × V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G, h, s_q, s_k) × (B, h, s_k, dk) -&gt; (B, G, h, s_q, dk)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s_k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출력 프로젝션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s, h, dk) × (h, dk, D) -&gt; (B, s, D)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h, dk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FFN gate / up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s, D) × (D, F) -&gt; (B, s, F)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FFN down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s, F) × (F, D) -&gt; (B, s, D)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lm_head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(B, D) × (D, V) -&gt; (B, V)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2D Convolution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$(H+Fh)$(W+Fw)K, FhFwKC -&gt; HWC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Fh, Fw, 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딥러닝 모델을 바꾼다는 건 einsum 문자열을 바꾸는 것이지, 필요한 하드웨어를 바꾸는 게 아니다.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정직하게: 축약이 아닌 연산도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나머지 0.15% 는 누가 하나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딥러닝에는 축약이 아닌 연산도 분명히 있다. 곱하고 더해서 축을 없애는 형태가 아닌 것들이다.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활성함수 — ReLU, SiLU(Swish), GELU. 원소 하나를 받아 원소 하나를 내놓는다. 축이 사라지지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정규화 — LayerNorm, RMSNorm. 평균·분산을 구하는 리듀스는 있지만 두 텐서를 곱하는 게 아니라 한 텐서 안에서 통계를 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softmax — 지수함수를 취하고, 합으로 나눈다. 나눗셈과 exp 가 들어가므로 MAC 배열로는 못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잔차 연결(residual) — 두 텐서를 그냥 더한다. 곱셈이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이런 연산들을 원소 단위 연산(elementwise)이라 부르고, RNGD 에서는 Vector Engine 이 담당한다. Contraction Engine 과는 다른 회로다.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중요한 설계 결정: Vector Engine 은 Contraction Engine 바로 뒤에 붙어 있다. 파이프라인 순서가 Fetch → Switch → Collect → Contraction → Vector → Cast → Transpose → Commit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덕분에 축약 결과가 메모리로 나갔다 다시 들어올 필요 없이, 흘러가는 도중에 활성함수까지 맞고 나온다. 별도 비용이 거의 붙지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슬라이드 7의 결론이 유지된다. 원소 단위 연산은 연산량으로도 0.15% 고, 실행 시간으로도 파이프라인에 흡수돼 사실상 공짜에 가깝다.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축약이 아닌 연산은 존재하지만, 축약 파이프라인의 꼬리에 붙여 처리한다. 그래서 여전히 축약이 주인공이다.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칩 이름이 TCP — Tensor Contraction Processor 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— 1부의 결론이자 2부의 출발점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논리를 다시 쌓아 본다. ① 딥러닝 연산의 99% 이상이 행렬곱이다. ② 행렬곱은 텐서 축약의 특수한 경우다. ③ Attention·Convolution·MLP 도 전부 축약이다.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④ 그렇다면 범용 프로세서를 만들 필요가 없다. 축약 하나만 극한까지 빠르게 하는 회로를 만들면 딥러닝 전체가 빨라진다.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FuriosaAI 는 이 판단을 칩 이름에 그대로 박아 넣었다. 아키텍처 이름이 TCP — Tensor Contraction Processor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는 그 TCP 아키텍처를 구현한 실제 칩이다. 우리 서버에는 이 칩이 4장 꽂혀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이름이 마케팅이 아니라 설계 그 자체라는 점이 중요하다. Broadcast → Multiply → Reduce 3단계가 파이프라인 회로로 굳어 있고, 프로그래머는 그 3단계에 자기 연산을 얹는 방식으로 커널을 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비교하자면 GPU 는 "뭐든 병렬로 돌리는 범용 코어"에 행렬곱 유닛(Tensor Core)을 덧붙인 구조다. TCP 는 반대로 축약 파이프라인이 본체이고 나머지가 부속이다.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단, "축약만 빠르면 된다"는 절반의 진실이다. 슬라이드 16에서 봤듯 재사용을 못 살리면 산술 강도가 0.5 로 떨어진다.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나머지 절반은 데이터를 축약기에 제때 밀어 넣는 문제다 — 어느 메모리에 놓고, 어느 슬라이스에 뿌리고, 언제 프리페치할 것인가. 이것이 2부(하드웨어)와 3부(vISA)의 전부다.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칩 이름이 곧 설계 철학이다. TCP 를 이해한다는 건 텐서 축약 하나를 끝까지 파고든다는 뜻이다.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 축약은 늘 세 단계다 — 펼치고, 곱하고, 접는다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Broadcast → Multiply → Reduce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3320186" cy="96012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91440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① Broadcast (펼치기)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없는 축을 복제해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모양을 맞춘다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54680"/>
            <a:ext cx="3320186" cy="658368"/>
          </a:xfrm>
          <a:prstGeom prst="rect">
            <a:avLst/>
          </a:prstGeom>
          <a:solidFill>
            <a:srgbClr val="F7FAFD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A[i,k] → A[i,k,j]</a:t>
            </a:r>
          </a:p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onsolas"/>
                <a:ea typeface="Consolas"/>
                <a:cs typeface="Consolas"/>
              </a:rPr>
              <a:t>B[k,j] → B[i,k,j]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41978" y="2578608"/>
            <a:ext cx="438912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35754" y="2103120"/>
            <a:ext cx="3320186" cy="96012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91440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② Multiply (곱하기)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같은 자리끼리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원소별로 곱한다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5754" y="3154680"/>
            <a:ext cx="3320186" cy="658368"/>
          </a:xfrm>
          <a:prstGeom prst="rect">
            <a:avLst/>
          </a:prstGeom>
          <a:solidFill>
            <a:srgbClr val="F7FAFD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T[i,k,j] = A·B</a:t>
            </a:r>
          </a:p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onsolas"/>
                <a:ea typeface="Consolas"/>
                <a:cs typeface="Consolas"/>
              </a:rPr>
              <a:t>(i×k×j 개의 곱)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10805" y="2578608"/>
            <a:ext cx="438912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304581" y="2103120"/>
            <a:ext cx="3320186" cy="96012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91440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③ Reduce (접기)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축약할 축을 따라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전부 더해 없앤다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4581" y="3154680"/>
            <a:ext cx="3320186" cy="658368"/>
          </a:xfrm>
          <a:prstGeom prst="rect">
            <a:avLst/>
          </a:prstGeom>
          <a:solidFill>
            <a:srgbClr val="F7FAFD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C[i,j] = Σ_k T[i,k,j]</a:t>
            </a:r>
          </a:p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Consolas"/>
                <a:ea typeface="Consolas"/>
                <a:cs typeface="Consolas"/>
              </a:rPr>
              <a:t>k 축이 사라진다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77639"/>
            <a:ext cx="11057839" cy="15819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행렬곱은 이 셋의 특수한 경우다. 축약할 축이 k 하나뿐인 경우다.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Attention 의 QKᵀ 도, Convolution 도, MLP 도 축약할 축만 다를 뿐 같은 세 단계다.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TCP(Tensor Contraction Processor) 라는 이름이 여기서 나온다. 이 세 단계를 하드웨어로 직접 실행하려고 만든 칩이다.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실제 하드웨어는 ①을 물리적으로 복제하지 않는다. 브로드캐스트 배선으로 같은 값을 여러 연산기에 동시에 흘려보낸다.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축약 = 펼치고 · 곱하고 · 접기. 딥러닝 연산의 99% 가 이 틀에 들어간다.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행렬곱 하나를 빠르게 하는 문제가 곧 딥러닝 가속 문제다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1부 끝 — 다음은 2부, 이 문제를 풀기 위해 만들어진 칩의 내부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0 · 1부 · 딥러닝 연산의 정체는 결국 행렬곱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내적 → GEMV → GEMM — 같은 연산이 커지는 것뿐이다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재사용이 어디서 생기는지 보라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08176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83664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21408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1965960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a  (1×K)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27432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298094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" y="321868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" y="345643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" y="369417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" y="393192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2728" y="3218688"/>
            <a:ext cx="1280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· b (K×1)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3154680"/>
            <a:ext cx="237744" cy="237744"/>
          </a:xfrm>
          <a:prstGeom prst="rect">
            <a:avLst/>
          </a:prstGeom>
          <a:solidFill>
            <a:srgbClr val="C7E4C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3447288"/>
            <a:ext cx="822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= 스칼라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389120"/>
            <a:ext cx="310896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내적 (dot product)</a:t>
            </a:r>
            <a:br/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곱 K번 · 재사용 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36592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74336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2080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49824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87568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98848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36592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74336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12080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9824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87568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98848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36592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74336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12080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49824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87568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8848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36592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974336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2080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49824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87568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98848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36592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74336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12080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49824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87568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98848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36592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74336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2080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49824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87568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98848" y="1965960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A  (M×K)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53912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53912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53912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53912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53912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62472" y="19659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02552" y="2240280"/>
            <a:ext cx="237744" cy="237744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2552" y="2478024"/>
            <a:ext cx="237744" cy="237744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2552" y="2715768"/>
            <a:ext cx="237744" cy="237744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2552" y="2953512"/>
            <a:ext cx="237744" cy="237744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2552" y="3191256"/>
            <a:ext cx="237744" cy="237744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02552" y="3429000"/>
            <a:ext cx="237744" cy="237744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11112" y="1965960"/>
            <a:ext cx="548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98848" y="4389120"/>
            <a:ext cx="310896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GEMV (행렬×벡터)</a:t>
            </a:r>
            <a:br/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곱 MK번 · x 를 M번 재사용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65007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02751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40495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78239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15983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53727" y="224028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65007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02751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540495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778239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015983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53727" y="2478024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65007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02751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540495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778239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15983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53727" y="2715768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65007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2751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40495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78239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015983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253727" y="2953512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65007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02751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540495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78239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15983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53727" y="3191256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065007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302751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540495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778239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015983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253727" y="3429000"/>
            <a:ext cx="237744" cy="23774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65007" y="1965960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A  (M×K)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720071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957815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195559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433303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71047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908791" y="224028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720071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5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195559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433303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671047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908791" y="2478024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720071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957815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195559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433303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0671047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908791" y="2715768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720071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957815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0195559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433303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671047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908791" y="2953512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720071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5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195559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433303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671047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908791" y="3191256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720071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957815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195559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0433303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671047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908791" y="3429000"/>
            <a:ext cx="237744" cy="237744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720071" y="1965960"/>
            <a:ext cx="14264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B  (K×N)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65007" y="4389120"/>
            <a:ext cx="365760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(행렬×행렬)</a:t>
            </a:r>
            <a:br/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곱 MNK번 · A 를 N번, B 를 M번 재사용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6928" y="4983480"/>
            <a:ext cx="11057839" cy="1289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셋 다 "곱해서 더한다"는 같은 연산이다. 다른 것은 피연산자의 축이 몇 개냐뿐이다.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재사용 횟수가 결정적이다. 내적은 읽은 값을 한 번 쓰고 버리고, GEMM 은 A 의 한 원소를 N 번, B 의 한 원소를 M 번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GEMM 만 하드웨어를 꽉 채울 수 있다. GEMV 는 아무리 연산기를 늘려도 메모리가 못 따라온다(2부에서 숫자로 본다).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빠른 계산기만으로는 안 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메모리 벽 · 연산강도 · Roofline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곱셈기는 이미 충분히 많다. 그런데 왜 노는가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가속기 설계의 출발점은 단순하다. 곱셈-누산기(MAC)를 최대한 많이 깔고 매 사이클 다 돌리는 것이다.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RNGD 의 경우: 칩 하나에 공간 셀(슬라이스) 512개(클러스터 256 슬라이스 × 2 클러스터), 슬라이스마다 레인 8개, 레인마다 매 사이클 패킷 하나(최대 64 B = bf16 원소 32개)를 처리한다.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512 × 8 × 32 = 131,072 MAC/사이클 = 262,144 FLOP/사이클. 문서 예제가 쓰는 1 GHz 를 대입하면 약 262 TFLOP/s (bf16) 가 나온다.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·  이 262 TFLOP/s 는 vISA 문서의 구조 수치(512 슬라이스, Lane ≤ 8, Packet ≤ 64 B)로부터 내가 유도한 값이다. 제품 공식 스펙 표기를 그대로 옮긴 것이 아니고, 클럭도 문서 예제가 쓰는 1 GHz 를 가정한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문제는 여기서 시작된다. 실제 커널을 돌리면 이 숫자의 1% 도 못 쓰는 경우가 흔하다. 곱셈기가 모자라서가 아니다. 곱셈기에 먹일 데이터가 제때 도착하지 못해서다.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부에서 답할 질문은 셋이다. (1) 데이터 이동이 정확히 얼마나 비싼가. (2) 그 격차를 재는 표준 자(尺)는 무엇인가. (3) 탈출구는 무엇인가.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결론을 미리 말한다. 탈출구는 '재사용' 하나뿐이고, 그 구현이 '타일링'이며, 타일링을 하라고 vISA 가 명시적으로 노출하는 것이 메모리 계층(HBM / DM / SPM / TRF / VRF)이다.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곱셈기가 노는 이유는 곱셈기의 문제가 아니라 메모리의 문제다.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자릿수 감각 (1) — 에너지: 옮기는 게 계산보다 비싸다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6431"/>
                <a:gridCol w="1460469"/>
                <a:gridCol w="292093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 / 메모리 접근 (32비트 기준)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에너지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fp32 곱셈 대비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int8 덧셈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0.03 pJ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0.008배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fp32 덧셈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0.9 pJ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0.24배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fp32 곱셈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3.7 pJ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1배 (기준)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 SRAM 읽기 (온칩)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 pJ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1.4배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MB SRAM 읽기 (온칩, 큰 어레이)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100 pJ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27배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DRAM 읽기 (오프칩)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640 pJ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약 173배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DRAM 에서 값 하나 읽는 에너지 = fp32 곱셈 약 173번. 이 비대칭이 이후 모든 설계 결정을 지배한다.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자릿수 감각 (2) — 시간: 지연과 대역폭은 다른 문제다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메모리가 느리다는 말에는 서로 다른 두 가지가 섞여 있다. 지연(latency, 하나 요청해서 오기까지 걸리는 시간)과 대역폭(bandwidth, 시간당 옮길 수 있는 총량)이다.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지연은 파이프라이닝으로 감출 수 있다. 요청을 여러 개 미리 던져 놓으면 기다리는 시간이 겹친다. 반면 대역폭은 감출 수 없다. 100 MB 를 옮겨야 한다면 1.5 TB/s 로 67 µs 가 걸리고, 어떤 기교로도 그 아래로 못 내려간다.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문서에서 확인되는 지연 관련 수치들 (아래는 모두 vISA 문서에 적힌 값이며, 대부분 컴파일러 스케줄 모델 기준 추정치다):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HBM 뱅크는 한 번에 행(row) 하나만 열어 둔다. 같은 뱅크에서 다른 행으로 넘어가면 닫고 여는 데 40~50 ns(1.5 GHz 기준 60~75 사이클)가 추가된다. 이미 열린 행을 읽는 것보다 30~40배 느리다.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HBM 쓰기가 256 바이트 경계에 정렬되지 않으면 Read-Modify-Write 가 발생한다. 256 바이트를 통째로 읽고 고쳐 다시 쓰므로 정렬된 쓰기 대비 약 50배 느려진다.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DMA 명령 하나당 약 500 사이클의 고정 시작 지연이 붙는다. 그래서 작은 전송을 여러 번 하는 것보다 큰 전송 하나로 묶는 편이 유리하다.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대역폭 쪽 수치: HBM 은 칩당 1.5 TB/s(32 채널 × 채널당 48 GB/s), 온칩 DM 은 칩당 2 TB/s(DMN 하나당 128 B/cycle), DMA 엔진 하나가 스스로 낼 수 있는 값은 최대 256 B/cycle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그리고 이 대역폭들은 '접근 패턴이 좋을 때'의 값이다. 문서의 예제를 보면, 잘 짠 HBM→DM 전송은 약 66,036 사이클인데 뱅크 충돌을 유발하는 패턴은 약 655,860 사이클이 걸린다. 문서는 이를 '잘 짠 것의 약 10배'라고 표현한다. 두 예제는 전송 크기가 다르므로 사이클 절대값을 1:1로 비교하지는 마라.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대역폭은 예산이다. 아껴 쓰는 방법은 하나, 같은 바이트를 두 번 안 가져오는 것이다.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연산은 거의 공짜다. 값을 매기는 쪽은 데이터 이동이다.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연산강도(arithmetic intensity) — 격차를 재는 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정의: 연산강도 I = (수행한 부동소수점 연산 수) / (메모리 경계를 넘나든 바이트 수). 단위는 FLOP/byte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직관: '한 번 가져온 바이트로 얼마나 오래 일하는가'를 재는 값이다. I 가 크면 데이터 한 조각을 오래 우려먹는다는 뜻이고, 작으면 가져오자마자 버린다는 뜻이다.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FLOP 세는 규칙: 곱셈-누산(MAC) 한 번은 곱셈 1 + 덧셈 1 = 2 FLOP 로 센다. 그래서 M×K 행렬과 K×N 행렬의 곱은 MNK 번의 MAC, 즉 2MNK FLOP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바이트 세는 규칙: 데이터 타입 크기를 곱해야 한다. bf16 은 원소당 2 바이트, fp32 는 4 바이트다. 같은 알고리즘이라도 fp32 로 돌리면 분모가 두 배가 되어 연산강도가 절반이 된다. 저정밀도가 빠른 이유의 절반은 여기에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가장 흔한 오해를 미리 짚는다. 연산강도는 알고리즘만의 성질이 아니다. '알고리즘 + 구현 + 어느 메모리 경계를 재느냐'의 성질이다.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GEMM 이라도 HBM↔DM 경계에서 잰 연산강도와 DM↔TRF 경계에서 잰 연산강도가 다르다. 구현이 온칩에서 데이터를 얼마나 붙잡아 두느냐에 따라 앞의 값은 몇 배에서 몇천 배까지 달라진다.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그래서 앞으로 숫자를 말할 때는 항상 '어느 경계에서'를 붙인다. 이 부에서 별말 없으면 HBM↔온칩 경계 기준이다.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가지 기준값을 구분해 두자. (a) 이론적 하한 연산강도: 모든 데이터를 딱 한 번씩만 읽었을 때의 값. (b) 실제 구현의 연산강도: 재사용을 못 해서 같은 데이터를 여러 번 읽었을 때의 값. 최적화란 (b)를 (a)에 가까이 끌고 가는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연산강도 = FLOP / 이동 바이트. 이 한 숫자가 커널이 메모리 바운드인지 연산 바운드인지를 결정한다.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연산강도 계산 예 — 커널마다 자릿수가 다르다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모든 값은 bf16(원소당 2바이트) 기준, 모든 데이터를 한 번씩만 읽는 이론적 하한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9718"/>
                <a:gridCol w="1130915"/>
                <a:gridCol w="3644061"/>
                <a:gridCol w="251314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FLOP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최소 이동 바이트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연산강도 (FLOP/byte)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벡터 덧셈  z = x + y  (길이 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6n  (x·y 읽고 z 쓰기)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y = a·x + y  (길이 n)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6n  (x·y 읽고 y 쓰기)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0.33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내적  x·y  (길이 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4n  (x·y 읽기, 결과는 스칼라)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GEMV  y = A·x  (A 는 M×K)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2MK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2MK + 2K + 2M ≈ 2MK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약 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  C = A·B  (M=N=K=n)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2n³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6n²  (행렬 세 장)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 /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 구체값, n = 4096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137 GFLOP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101 MB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1365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n³ 연산 / n² 데이터. GEMM 만이 크기를 키워서 연산강도를 벌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연산강도 — 한 바이트를 가져와서 몇 번 계산하나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연산강도 = FLOP ÷ 이동 바이트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11057839" cy="804672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35661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GEMV  (M=K=4096, fp32)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32888"/>
            <a:ext cx="35661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2·M·K = 3,355만 FLOP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15768"/>
            <a:ext cx="4206240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(M·K + K + M)·4B ≈ 6,714만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2295144"/>
            <a:ext cx="2103120" cy="512064"/>
          </a:xfrm>
          <a:prstGeom prst="rect">
            <a:avLst/>
          </a:prstGeom>
          <a:solidFill>
            <a:srgbClr val="B4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≈ 0.5 FLOP/B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423160"/>
            <a:ext cx="384048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메모리 바운드 — 연산기가 논다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044952"/>
            <a:ext cx="11057839" cy="804672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36392"/>
            <a:ext cx="35661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타일링 없음 (M=N=K=4096)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429000"/>
            <a:ext cx="35661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2·M·N·K = 1,374억 FLOP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611880"/>
            <a:ext cx="4206240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매 곱마다 A,B 를 새로 읽으면 ≈ 1,374억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21808" y="3191256"/>
            <a:ext cx="2103120" cy="512064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≈ 1 FLOP/B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319272"/>
            <a:ext cx="384048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여전히 메모리 바운드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941064"/>
            <a:ext cx="11057839" cy="804672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32504"/>
            <a:ext cx="35661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타일 T=64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325112"/>
            <a:ext cx="35661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2·M·N·K = 1,374억 FLOP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4206240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이동량 ≈ 2·M·N·K/T · 4B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21808" y="4087368"/>
            <a:ext cx="2103120" cy="512064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≈ 32 FLOP/B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4215384"/>
            <a:ext cx="384048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연산 바운드에 접근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855464"/>
            <a:ext cx="11057839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같은 GEMM 인데 타일 크기 하나로 연산강도가 32배 달라진다. 계산량은 한 글자도 안 바뀌었다.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연산강도가 낮으면 아무리 좋은 연산기를 넣어도 소용없다. 데이터가 안 도착한다.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타일링은 연산을 줄이지 않는다. 같은 연산을 하면서 읽는 횟수만 줄인다.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GEMV 를 숫자로 — 곱셈기 175개 중 174개가 논다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설정: A 는 4096 × 4096 bf16 행렬, x 는 길이 4096 벡터. y = A·x 를 한 번 계산한다.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데이터량: A 만 4096 × 4096 × 2 B = 33.55 MB. x 와 y 는 각각 8 KB 로 무시할 수준이다.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연산량: 2 × 4096 × 4096 = 33.55 MFLOP.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연산강도 = 33.55 MFLOP / 33.55 MB = 1.0 FLOP/byte. 행렬 원소 하나(2바이트)당 MAC 한 번, 즉 2 FLOP. 가져오자마자 한 번 쓰고 버린다.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HBM 에서 A 를 읽는 데 걸리는 시간 = 33.55 MB / 1.5 TB/s = 22.4 µs.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계산을 곱셈기가 다 돌 때 걸리는 시간 = 33.55 MFLOP / 262 TFLOP/s = 0.128 µs.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즉 계산기는 0.128 µs 면 끝날 일을 22.4 µs 동안 기다린다. 175배 차이다. 달성 성능은 1.5 TFLOP/s 로 피크의 0.57% 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검산이 예쁘게 맞는다. 메모리 바운드 구간의 성능은 '대역폭 × 연산강도' 다. 1.5 TB/s × 1.0 FLOP/byte = 1.5 TFLOP/s. 앞서 나눗셈으로 구한 값과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이게 LLM 디코딩(배치 1, 토큰 하나씩 생성)의 본질이다. 가중치 행렬 전체를 HBM 에서 읽어와 벡터 하나에 곱하고 버린다. 모델이 클수록 토큰 생성 속도는 계산력이 아니라 HBM 대역폭이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처방도 이 식이 알려준다. 벡터를 B 개 모아 한꺼번에 곱하면(= GEMV 를 GEMM 으로 승격) FLOP 은 2MKB 로 B 배 늘지만 A 를 읽는 바이트는 그대로 2MK 다. 연산강도가 대략 B 로 오른다.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뒤에서 계산하겠지만 RNGD 의 균형점은 약 175 FLOP/byte 다. 배치를 175 정도까지 키워야 비로소 곱셈기가 다 찬다는 뜻이다. 이것이 추론 서빙에서 배치(continuous batching)를 그토록 붙잡는 이유다.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GEMV 는 연산강도가 1 이다. 하드웨어가 요구하는 175 에 한참 못 미친다. 구조적으로 메모리 바운드다.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을 숫자로 — 여기는 반대편 세계다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설정: A, B, C 모두 4096 × 4096 bf16. C = A·B 를 계산한다.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연산량 = 2 × 4096³ = 137.4 GFLOP. GEMV 의 4096배다.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이론적 최소 데이터량 = 행렬 세 장 = 3 × 33.55 MB = 100.7 MB. GEMV 대비 3배밖에 안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연산강도 = 137.4 GFLOP / 100.7 MB = 1365 FLOP/byte. 균형점 175 의 약 8배다. 확실히 연산 바운드다.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시간으로 확인: 곱셈기가 다 돌 때 137.4 GFLOP / 262 TFLOP/s = 524 µs. HBM 이 100.7 MB 를 나르는 데 100.7 MB / 1.5 TB/s = 67 µs. 메모리 쪽에 7.8배의 여유가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즉 이론상 GEMM 은 HBM 을 놀리면서 곱셈기를 꽉 채울 수 있는 커널이다. 대역폭은 충분하다.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단, 여기엔 큰 전제가 숨어 있다. '100.7 MB 만 옮긴다'는 것, 즉 A 와 B 의 각 원소를 HBM 에서 딱 한 번씩만 읽는다는 전제다.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A 의 한 원소 A[i][k] 는 C 의 i번째 행 전체(N = 4096개)를 만드는 데 쓰인다. 그 4096번의 사용을 한 번의 HBM 읽기로 감당하려면, 읽어온 그 값을 4096번 다 쓸 때까지 온칩 어딘가에 붙잡아 두어야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전제를 지키지 못하면 어떻게 되는가. 그것이 다음 장이고, 결과는 앞서 본 1365 가 아니라 0.5 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GEMM 의 연산강도 1365 는 '공짜로 주어지는 값'이 아니라 '구현이 달성해야 하는 목표값'이다.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Roofline 모델 (1) — 두 축과 하나의 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Roofline 은 '이 커널이 이 하드웨어에서 낼 수 있는 성능의 상한'을 한 장의 그래프로 보여주는 모델이다. Williams, Waterman, Patterson (2009) 이 정리했다.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가로축(x): 연산강도 I, 단위 FLOP/byte. 로그 스케일이다.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세로축(y): 달성 가능 성능 P, 단위 FLOP/s. 역시 로그 스케일이다.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왜 두 축 모두 로그인가. 연산강도가 0.1(벡터 덧셈)부터 1000 이상(큰 GEMM)까지 네 자릿수를 넘나들기 때문이다. 선형 축으로는 한 화면에 안 들어온다.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모델의 전부는 다음 한 줄이다.  P(I) = min( P_peak,  BW × I ).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둘째 항 BW × I 의 의미: 초당 BW 바이트가 들어오고 바이트당 I FLOP 을 하니, 초당 BW × I FLOP 이 가능하다. 이것이 '메모리가 허용하는 성능'이다.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첫째 항 P_peak 의 의미: 데이터가 아무리 넘쳐도 곱셈기 수 × 클럭 이상은 못 한다. 이것이 '연산기가 허용하는 성능'이다.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둘 중 작은 값이 실제 상한이다. 그래서 그래프 모양은 왼쪽에서 기울어져 올라가다가 어느 지점부터 평평해지는 '지붕(roof)' 모양이 된다. 이름이 여기서 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기울어진 부분: P = BW × I. 로그-로그 좌표에서 기울기가 정확히 1인 직선이다(I 가 10배면 P 도 10배). 이 구간에서는 곱셈기를 두 배로 늘려도 선이 꿈쩍하지 않는다. 대역폭만이 성능을 정한다.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평평한 부분: P = P_peak. 이 구간에서는 대역폭을 두 배로 늘려도 선이 꿈쩍하지 않는다. 이미 데이터는 남아돈다.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 하나는 이 평면 위의 점 하나로 찍힌다. x 좌표는 그 커널의 연산강도, y 좌표는 실제로 측정된 성능이다. 점이 지붕에서 얼마나 아래에 있는지가 '얼마나 못 뽑아 쓰고 있는지'다.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Roofline (2) — 꺾이는 점이 무슨 뜻인가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두 직선이 만나는 지점을 능선점(ridge point)이라 부른다. 값은 I* = P_peak / BW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값에는 다른 이름도 있다. 기계 균형(machine balance)이다. 뜻은 '이 기계가 메모리에서 1 바이트를 가져오는 동안 할 수 있는 FLOP 수'다. 하드웨어가 프로그래머에게 요구하는 최소 재사용량이라고 읽으면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RNGD 에 대입한다(HBM 경계 기준): I* = 262 TFLOP/s ÷ 1.5 TB/s ≈ 175 FLOP/byte.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bf16 원소 하나는 2바이트다. 따라서 원소 단위로 바꾸면 '원소 하나당 350 FLOP', 즉 'HBM 에서 가져온 bf16 값 하나마다 MAC 을 175번 시켜야 본전' 이라는 뜻이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175 라는 숫자를 기억해라. 이 부의 나머지는 전부 '어떻게 175 를 채울 것인가'에 관한 이야기다.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I &lt; I* 인 커널: 능선의 왼쪽, 메모리 바운드다. 곱셈기를 아무리 늘려도 성능은 그대로다. 할 수 있는 일은 두 가지뿐이다 — 연산강도 I 를 키우거나(오른쪽으로 이동), 대역폭 BW 를 키우거나(기울어진 선 자체를 위로).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I &gt; I* 인 커널: 능선의 오른쪽, 연산 바운드다. 이제부터는 대역폭 이야기를 그만하고 곱셈기 이용률, 명령 스케줄, 파이프라인 버블 같은 문제로 넘어가야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앞의 예를 놓아 보면: GEMV 는 I = 1 로 능선의 한참 왼쪽(175배 부족), 이상적 GEMM 은 I = 1365 로 능선의 오른쪽(8배 여유)이다. 같은 칩에서 같은 데이터 타입인데 사는 세계가 다르다.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중요한 보충: 능선점은 경계마다 다르다. DM(온칩 SRAM, 2 TB/s) 기준으로 다시 계산하면 I* = 262 / 2 ≈ 131 FLOP/byte 다. 온칩으로 올라올수록 대역폭이 커져 요구 재사용량이 낮아진다.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이것이 메모리 계층이 존재하는 이유를 정확히 설명한다. HBM 경계에서 175 를 한 번에 채우는 건 어렵다. 대신 HBM↔DM 에서 한 겹, DM↔TRF 에서 또 한 겹 재사용을 쌓으면 각 층의 부담이 나뉜다. 다단(multi-level) 타일링이 필요한 이유다.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RNGD 는 HBM 에서 가져온 bf16 값 하나마다 MAC 175번을 요구한다. 이 숫자를 못 채우면 곱셈기는 논다.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Roofline (3) — 지붕은 여러 겹이고, 모델에는 한계가 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실제 roofline 은 선 두 개가 아니다. 메모리 계층마다 기울어진 선이 하나씩 생겨 계단식 지붕이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RNGD 의 경우 최소한 세 겹이다. HBM 1.5 TB/s(가장 낮은 지붕), DM 2 TB/s, 그리고 DMN 마다 붙어 있는 SPM(DMN당 128 B/cycle, 칩 합계 2 TB/s). 데이터가 온칩 안쪽에 머무를수록 더 높은 지붕 아래로 옮겨 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읽는 법: 커널이 HBM 지붕 아래에서 천장에 닿았다면, 다음 목표는 '데이터를 DM 에 붙잡아 두어 DM 지붕으로 올라가는 것'이다. 타일링은 문자 그대로 지붕을 갈아타는 작업이다.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계산 쪽 천장도 하나가 아니다. P_peak 는 '모든 곱셈기가 매 사이클 유용한 일을 할 때'만 나오는 값이다. 매핑을 잘못하면 천장 자체가 내려앉는다.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vISA 문서에 실린 실제 사례: 축약축 K 를 Packet 이 아니라 Time 차원에 두면 Packet Reducer 의 공간 축약 트리를 쓰지 못하고 사이클마다 순차 누산을 한다. 그 결과 bf16 기준으로 32개 곱셈기 중 1개만 유용한 일을 한다 — MAC 이용률 1/32 다. 문서 자신이 이 커널을 '교육용 퇴화(degenerate) 커널'이라고 부른다.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경우 데이터를 아무리 잘 날라도 성능은 피크의 1/32 를 못 넘는다. 지붕이 내려앉았기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그래서 측정점이 낮을 때는 반드시 두 가지를 구분해야 한다. (a) 지붕에 못 닿은 것인가 — 데이터 이동 문제다. (b) 지붕 자체가 낮은 것인가 — 매핑·병렬화 문제다. 처방이 완전히 다르다.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모델의 한계도 정직하게 말해 둔다. Roofline 은 1차 근사다. 지연(DMA 명령당 약 500 사이클 시작 지연), HBM 뱅크 행 충돌(접근당 약 40 사이클), 256 바이트 정렬 위반, 명령 발행 오버헤드 같은 것들은 이 모델에 들어 있지 않다.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정리하면 roofline 은 '여기가 상한이다'를 알려주지만 '왜 상한에 못 가는가'는 알려주지 않는다. 후자는 스케줄을 직접 봐야 한다. RNGD 는 이를 위해 컴파일 시 사이클 단위 스케줄 덤프(--dump-schedule 등)를 제공한다 — 이 값들 역시 실측이 아니라 컴파일러 스케줄 모델의 예측치다.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Roofline — 내 커널은 어디에 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가로축 연산강도, 세로축 도달 가능한 성능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9928" y="5074920"/>
            <a:ext cx="5852160" cy="0"/>
          </a:xfrm>
          <a:prstGeom prst="line">
            <a:avLst/>
          </a:prstGeom>
          <a:ln w="19050">
            <a:solidFill>
              <a:srgbClr val="16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709928" y="2240280"/>
            <a:ext cx="0" cy="2834640"/>
          </a:xfrm>
          <a:prstGeom prst="line">
            <a:avLst/>
          </a:prstGeom>
          <a:ln w="19050">
            <a:solidFill>
              <a:srgbClr val="162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09928" y="2863901"/>
            <a:ext cx="2457907" cy="2211019"/>
          </a:xfrm>
          <a:prstGeom prst="line">
            <a:avLst/>
          </a:prstGeom>
          <a:ln w="38100">
            <a:solidFill>
              <a:srgbClr val="0B5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67835" y="2863901"/>
            <a:ext cx="3394253" cy="0"/>
          </a:xfrm>
          <a:prstGeom prst="line">
            <a:avLst/>
          </a:prstGeom>
          <a:ln w="38100">
            <a:solidFill>
              <a:srgbClr val="0B5F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8" y="2221992"/>
            <a:ext cx="1051560" cy="408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성능</a:t>
            </a:r>
            <a:br/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(FLOP/s)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5184648"/>
            <a:ext cx="201168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연산강도 (FLOP/byte)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4224528"/>
            <a:ext cx="2011680" cy="408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메모리 바운드</a:t>
            </a:r>
            <a:br/>
            <a:r>
              <a:rPr sz="1100" b="0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대역폭이 천장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7875" y="2479853"/>
            <a:ext cx="2377440" cy="408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연산 바운드</a:t>
            </a:r>
            <a:br/>
            <a:r>
              <a:rPr sz="110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연산기가 천장</a:t>
            </a:r>
          </a:p>
        </p:txBody>
      </p:sp>
      <p:sp>
        <p:nvSpPr>
          <p:cNvPr id="17" name="Oval 16"/>
          <p:cNvSpPr/>
          <p:nvPr/>
        </p:nvSpPr>
        <p:spPr>
          <a:xfrm>
            <a:off x="2465222" y="4330598"/>
            <a:ext cx="128016" cy="128016"/>
          </a:xfrm>
          <a:prstGeom prst="ellipse">
            <a:avLst/>
          </a:prstGeom>
          <a:solidFill>
            <a:srgbClr val="B4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4830" y="4486046"/>
            <a:ext cx="1828800" cy="37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GEMV</a:t>
            </a:r>
            <a:br/>
            <a:r>
              <a:rPr sz="1000" b="0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(메모리 바운드)</a:t>
            </a:r>
          </a:p>
        </p:txBody>
      </p:sp>
      <p:sp>
        <p:nvSpPr>
          <p:cNvPr id="19" name="Oval 18"/>
          <p:cNvSpPr/>
          <p:nvPr/>
        </p:nvSpPr>
        <p:spPr>
          <a:xfrm>
            <a:off x="3401568" y="3536899"/>
            <a:ext cx="128016" cy="128016"/>
          </a:xfrm>
          <a:prstGeom prst="ellipse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51176" y="3692347"/>
            <a:ext cx="182880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타일링 안 한 GEMM</a:t>
            </a:r>
          </a:p>
        </p:txBody>
      </p:sp>
      <p:sp>
        <p:nvSpPr>
          <p:cNvPr id="21" name="Oval 20"/>
          <p:cNvSpPr/>
          <p:nvPr/>
        </p:nvSpPr>
        <p:spPr>
          <a:xfrm>
            <a:off x="5859475" y="2799893"/>
            <a:ext cx="128016" cy="128016"/>
          </a:xfrm>
          <a:prstGeom prst="ellipse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9083" y="2955341"/>
            <a:ext cx="182880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타일링한 GEMM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2148840"/>
            <a:ext cx="355975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연산강도 = 한 바이트를 가져와서 몇 번 연산하는가.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왼쪽 기울어진 선은 메모리 대역폭이다. 여기 있으면 연산기를 아무리 늘려도 소용없다.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평평한 선은 연산기 최대 성능이다. 여기 닿아야 하드웨어를 다 쓴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타일링의 목적은 점을 오른쪽으로 미는 것이다. 계산량은 그대로인데 이동량이 줄어드니 연산강도가 올라간다.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우리 실측에서 vISA 커널 대부분은 왼쪽에 있다. 사이클의 96.5%가 DMA다(컴파일러 스케줄 모델 예측값).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성능이 안 나올 때 물어야 할 첫 질문은 '연산기가 부족한가'가 아니라 '데이터를 몇 번 다시 읽고 있나'다.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순진한 GEMM — 이동량이 O(MNK) 가 되는 순간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의사코드(호스트 측 삼중 루프). vISA 커널이 아니라 개념 설명용이다.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C = A · B      A: M×K,  B: K×N,  C: M×N   (bf16)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0..M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j in 0..N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let mut acc = 0.0;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k in 0..K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    // A[i][k] 와 B[k][j] 를 그때그때 메모리에서 읽는다.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    // 다음 j 로 넘어가면 A[i][*] 를 처음부터 다시 읽는다.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acc += A[i][k] * B[k][j];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C[i][j] = acc;          // 출력은 MN 번만 쓴다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순진한 GEMM — 이동량이 O(MNK) 가 되는 순간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이동량 계산: 안쪽 루프가 MNK 번 돌고, 매 반복마다 원소 두 개를 읽는다. 총 읽기 = 2MNK 원소 = 4MNK 바이트(bf16).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핵심은 지수다. 데이터는 O(n²) 인데 이동량이 O(n³) 이 되었다. 알고리즘의 연산량과 같은 차수로 자란다는 뜻이고, 이러면 연산강도가 크기와 무관한 상수로 고정된다.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연산강도 = 2MNK FLOP / 4MNK B = 0.5 FLOP/byte. n 이 아무리 커져도 0.5 다. 앞 표에서 본 이상값 1365 가 아니라, 벡터 덧셈보다 조금 나은 수준으로 추락했다.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n = 4096 을 넣어 본다. 이동량 = 4 × 4096³ = 274.9 GB. 이론적 최소치 100.7 MB 의 2,731배다.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시간: 274.9 GB / 1.5 TB/s = 183 ms. 같은 계산의 연산 시간은 0.52 ms 였다. 349배 느리다. 달성 성능은 750 GFLOP/s 로 피크 262 TFLOP/s 의 0.29% 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에너지도 같이 무너진다. 274.9 GB 를 HBM 에서 읽는 에너지는 연산 자체의 에너지보다 두 자릿수 배 크다(비트당 수 pJ × 2.2조 비트 규모). 정확한 값은 공정·전압에 따라 다르므로 여기서는 자릿수 감각으로만 받아라.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그리고 이건 캐시가 없는 최악 가정이다. 실제 CPU 라면 캐시가 일부를 살려주고, GPU/NPU 라면 온칩에 어떻게 붙잡아 두느냐에 따라 0.5 와 1365 사이 어딘가에 떨어진다. 요점은 '구현이 이 범위 안 어디에 떨어질지를 결정한다'는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왜 이런 일이 벌어졌는가. A[i][k] 는 총 N 번 필요한데, 코드가 그 N 번을 시간적으로 멀리 떨어뜨려 놓았기 때문이다. j 루프가 한 바퀴 도는 동안 A 의 그 값은 온칩에서 이미 밀려나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이론적 연산강도 1365 짜리 커널이, 루프 순서 하나로 0.5 짜리가 된다. 2,731배의 낭비다.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연산은 싸고 이동은 비싸다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같은 값 하나를 다루는 데 드는 상대 비용 (자릿수 감각)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레지스터 / TRF·VRF 읽기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8768" y="2011680"/>
            <a:ext cx="599761" cy="310896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257" y="2103120"/>
            <a:ext cx="14630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×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05456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fp32 곱셈 1회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8768" y="2414016"/>
            <a:ext cx="950598" cy="310896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094" y="2505456"/>
            <a:ext cx="14630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×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907792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온칩 SRAM (DM) 읽기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16352"/>
            <a:ext cx="2219378" cy="310896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7874" y="2907792"/>
            <a:ext cx="14630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×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칩 안 다른 슬라이스로 이동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3218688"/>
            <a:ext cx="2971332" cy="310896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9828" y="3310128"/>
            <a:ext cx="14630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×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712464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HBM 읽기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58768" y="3621024"/>
            <a:ext cx="4588800" cy="310896"/>
          </a:xfrm>
          <a:prstGeom prst="rect">
            <a:avLst/>
          </a:prstGeom>
          <a:solidFill>
            <a:srgbClr val="B4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7296" y="3712464"/>
            <a:ext cx="14630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×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14800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PCIe 로 호스트 왕복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58768" y="4023360"/>
            <a:ext cx="6577279" cy="310896"/>
          </a:xfrm>
          <a:prstGeom prst="rect">
            <a:avLst/>
          </a:prstGeom>
          <a:solidFill>
            <a:srgbClr val="7A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45775" y="4114800"/>
            <a:ext cx="14630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A101A"/>
                </a:solidFill>
                <a:latin typeface="Segoe UI"/>
                <a:ea typeface="맑은 고딕"/>
                <a:cs typeface="맑은 고딕"/>
              </a:rPr>
              <a:t>× 2,000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4425696"/>
            <a:ext cx="6577279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가로축은 로그 눈금이다. 실제 차이는 그림보다 훨씬 크다.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00016"/>
            <a:ext cx="11057839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정확한 배수는 칩마다 다르지만 자릿수는 비슷하다. 연산 대 DRAM 접근이 대략 100배다.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타일링(4부)·이중 버퍼링·매핑 설계(7부)는 전부 이 표의 아래쪽 줄을 위쪽 줄로 바꾸려는 시도다.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성능을 물을 때는 "연산이 몇 번인가"가 아니라 "HBM 을 몇 번 읽는가"를 먼저 세라.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탈출구는 재사용 하나뿐이다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연산강도 I = FLOP / 바이트 를 키우는 방법은 논리적으로 둘뿐이다. 분자를 늘리거나 분모를 줄이거나.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분자는 못 늘린다. GEMM 의 FLOP 은 2MNK 로 알고리즘이 정해 놓았다. (Strassen 류로 지수를 낮추는 방향은 오히려 분자를 줄이는 쪽이고, 수치 안정성과 상수 때문에 이 크기에서는 쓰지 않는다.)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그러니 분모를 줄여야 한다. 분모를 줄이는 방법도 둘뿐이다.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(a) 데이터 자체를 작게 만든다 — 양자화. fp32 → bf16 은 분모를 절반으로 줄여 연산강도를 두 배로 만든다. fp8, int4 로 가면 더 준다. 공짜처럼 보이지만 정밀도를 대가로 지불하고, 줄일 수 있는 폭에 한계가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(b) 같은 데이터를 두 번 가져오지 않는다 — 재사용(reuse). 한 번 온칩에 올린 값을 버리기 전에 최대한 많은 연산에 참여시킨다. 이쪽은 정밀도를 잃지 않고, 개선 폭이 훨씬 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재사용 횟수를 정의하자. r = '온칩에 올라온 원소 하나가 버려지기 전까지 참여하는 MAC 횟수'.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r 과 연산강도의 관계는 간단하다. MAC 하나는 2 FLOP 이고 입력 원소 두 개(A쪽 하나, B쪽 하나)를 소비하므로, 원소 하나에 귀속되는 FLOP 은 r 이다. bf16 은 원소당 2바이트이므로 I = r / 2 FLOP/byte 다. (fp32 라면 I = r / 4.)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검산: 순진한 GEMM 은 읽자마자 한 번 쓰고 버리므로 r = 1 이고, I = 0.5 다. 앞 장에서 코드로 센 값과 정확히 일치한다.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그러면 목표가 바로 나온다. RNGD 의 균형점 I* ≈ 175 를 채우려면 r ≈ 350 이 필요하다. 즉 HBM 에서 가져온 bf16 값 하나를 버리기 전에 350번 곱해 먹어야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이건 '잘 짜면 좋다' 수준의 조언이 아니라, 하드웨어 균형이 정한 정량적 요구조건이다. r = 350 을 못 만들면 곱셈기는 반드시 논다.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재사용 횟수 r 과 연산강도는 I = r / 2 (bf16) 로 직결된다. RNGD 가 요구하는 값은 r ≈ 350 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얼마나 큰 타일이어야 하는가 — 숫자로 답한다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재사용을 만드는 방법은 하나다. 출력 C 의 한 원소가 아니라 한 덩어리(타일)를 동시에 계산하는 것이다. A 의 행 조각을 한 번 올려두고 그 조각으로 여러 열을 한꺼번에 처리하면, 그만큼 재사용이 생긴다.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b × b 크기의 타일 세 장(A 타일, B 타일, C 타일)을 온칩에 올려두고 곱한다고 하자. 이때 올라온 원소 하나는 b 번의 MAC 에 참여한다. 즉 r = b 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따라서 전체 HBM 이동량은 4MNK / b 바이트로 줄고, 연산강도는 I = b / 2 FLOP/byte 가 된다. 타일 한 변의 길이가 곧 연산강도다.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이제 필요한 b 를 역산할 수 있다. I = 175 를 원하면 b = 350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필요한 온칩 용량 = 타일 세 장 = 3 × 350² × 2 B ≈ 735 KB.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RNGD 의 온칩 DM 은 칩당 256 MB 다. 735 KB 는 그 0.3% 에 불과하다. 용량은 전혀 문제가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그러면 진짜 문제는 무엇인가. 용량이 아니라 '누가 언제 무엇을 그 안에 올려두고, 언제까지 붙잡아 두고, 언제 내리느냐'를 정하는 일이다. 하드웨어는 이걸 알아서 해 주지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게다가 경계가 하나가 아니다. HBM→DM 에서 한 번, DM→TRF/VRF 에서 또 한 번 타일을 잘라야 한다. TRF 는 레인당 8 KB(슬라이스당 8 레인), VRF 는 슬라이스당 8 KB 로 훨씬 작다. 같은 GEMM 에 대해 층마다 다른 타일 크기를 따로 정해야 한다는 뜻이다.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거기에 하나 더. 타일을 가져오는 동안 계산기가 놀면 안 된다. 다음 타일을 미리 옮기면서 현재 타일로 계산하는 더블 버퍼링이 필요하고, 그러려면 타일 두 벌이 동시에 들어갈 공간을 남겨 둬야 한다. vISA 는 이를 위해 main / sub / DMA 세 실행 컨텍스트를 노출하고, TRF 는 하드웨어 차원에서 절반씩 나눠 쓰도록 되어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필요한 타일은 350 × 350, 온칩 735 KB. 용량은 남는다. 부족한 것은 '명시적으로 관리하는 일' 그 자체다.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RNGD 의 메모리 계층 — 각 층은 누가 옮기는가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300"/>
                <a:gridCol w="2656754"/>
                <a:gridCol w="2513145"/>
                <a:gridCol w="416464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용량 (칩당)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대역폭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누가 옮기나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48 GB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1.5 TB/s (32채널 × 48 GB/s)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 엔진. 프로그램이 명시적으로 명령한다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(온칩 SRAM)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 MB (슬라이스당 512 KB)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 TB/s (DMN당 128 B/cycle)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 가 채우고, Fetch/Commit 엔진이 파이프라인과 주고받는다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SPM (스크래치패드)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DMN 마다 별도 (문서에 용량 명시 없음)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 TB/s (DMN당 128 B/cycle)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컴파일러가 무엇을 둘지 명시적으로 고른다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(텐서 레지스터 파일)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레인당 8 KB × 슬라이스당 8 레인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엔진이 매 사이클 읽는다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Collect 엔진의 .to_trf() 호출로 적재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VRF (벡터 레지스터 파일)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슬라이스당 8 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엔진이 매 사이클 읽는다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Collect 엔진의 .to_vrf() 호출로 적재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캐시 vs 스크래치패드 — 자동이냐 명시적이냐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캐시 (하드웨어 자동 관리)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프로그램은 주소만 낸다. 그 데이터가 지금 어느 층에 있는지 신경 쓰지 않고, 하드웨어가 알아서 끌어온다.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주소 공간이 하나다. 캐시에 있든 DRAM 에 있든 같은 주소로 접근한다. 이식성이 좋다.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 1 — 면적과 에너지. 태그 배열, 인덱스 디코더, 웨이 비교기가 필요하다. 데이터 용량 대비 수 %~10% 수준의 추가 SRAM 과 매 접근마다 비교 에너지가 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 2 — 정책이 하드웨어에 박혀 있다. LRU 같은 교체 정책은 과거를 보고 미래를 추측한다. 알고리즘이 이미 알고 있는 접근 순서를 반영할 방법이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 3 — 비결정적 지연. 같은 로드 명령이 히트면 몇 사이클, 미스면 수백 사이클이다. 실행 시간을 컴파일 시점에 예측할 수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 4 — 미스를 감추려면 하드웨어가 더 필요하다. 비순차 실행, 하드웨어 프리페처, MSHR, 분기 예측이 줄줄이 따라붙는다. 이 모두가 곱셈기에 쓸 수 있었던 면적이다.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그래도 캐시가 이기는 경우가 있다. 접근 패턴을 컴파일 시점에 알 수 없을 때다. 포인터 추적, 자료구조 순회, 사용자 입력에 따라 갈리는 분기 — 범용 CPU 의 세계다.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스크래치패드 (소프트웨어 명시 관리)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컴파일러나 프로그래머가 주소를 직접 지정해 배치한다. 무엇이 언제 올라오고 언제 내려가는지를 프로그램이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주소 공간이 분리돼 있다. DM 주소와 HBM 주소가 다르고, 둘 사이 이동은 반드시 명시적 DMA 명령으로 일어난다.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이득 1 — 면적과 에너지. 태그도 비교기도 없다. 같은 면적에 더 많은 비트를 담고, 접근당 에너지도 낮다. 아낀 면적은 곱셈기와 SRAM 으로 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이득 2 — 정책을 프로그램이 정한다. 다음에 쓸 타일을 미리 올리고, 다 쓴 타일은 즉시 버리고, 계속 쓸 가중치는 계속 붙잡아 둘 수 있다. 추측이 아니라 계획이다.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이득 3 — 결정적 지연. 어디서 읽는지가 확정되므로 몇 사이클 걸릴지가 확정된다. 컴파일러가 사이클 단위 정적 스케줄을 세울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이득 4 — 겹치기를 프로그램이 설계한다. 다음 타일 DMA 와 현재 타일 계산을 명시적으로 겹치는 더블 버퍼링. RNGD 는 main / sub / DMA 세 컨텍스트로 이를 표현한다.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대가는 분명하다. 전부 사람(또는 컴파일러)의 일이다. 배치를 잘못하면 하드웨어가 구해주지 않는다. 접근 패턴을 컴파일 시점에 아는 워크로드에서만 성립하는 거래다.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캐시는 '모를 때'를 위한 장치다. 접근 패턴을 이미 다 아는 워크로드에서는 순수한 낭비가 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NPU 가 스크래치패드를 고르는 이유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이유 1 — 접근 패턴이 정적이다. 딥러닝 커널의 텐서 shape 은 컴파일 시점에 확정되고, 인덱스는 루프 변수의 아핀(affine) 식이다. 데이터 의존적 분기도, 포인터 추적도 없다. 다음에 무엇을 읽을지 컴파일러가 전부 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미래를 이미 아는데 LRU 같은 추측 정책에 맡길 이유가 없다. 최적 배치를 컴파일러가 직접 계산할 수 있고, 그 계산 결과가 어떤 하드웨어 휴리스틱보다 낫다.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이유 2 — 면적 예산. 태그 배열, 비교기, 프리페처, 비순차 실행 로직에 쓸 트랜지스터를 전부 곱셈기와 SRAM 으로 돌릴 수 있다. 같은 다이 면적에서 더 많은 MAC 을 얻는다.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이유 3 — 결정적 지연이 있어야 정적 스케줄이 성립한다. RNGD 의 컴파일러는 '컨텍스트 점유' 정보로 병렬 실행을 예측한다. 연산 A 가 main 컨텍스트를 점유하면 같은 컨텍스트를 쓰는 B 는 A 가 끝날 때까지 기다린다 — 이 예측이 성립하려면 각 연산의 소요 사이클이 확정적이어야 한다. 캐시 미스가 끼어들면 이 모델이 통째로 무너진다.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그래서 RNGD 툴체인은 NPU 를 점유하지 않고도 컴파일만으로 사이클 단위 스케줄을 덤프할 수 있다(--dump-schedule 등). 이 값들은 실측이 아니라 컴파일러 스케줄 모델의 예측치이지만, 하드웨어가 결정적이기에 의미 있는 예측이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이유 4 — 재사용을 '설계'해야 하기 때문이다. 앞에서 r ≈ 350 이 필요하다고 계산했다. 캐시에게 '이 타일을 350번 다 쓸 때까지 붙잡아 줘'라고 말할 표준적인 방법은 없다. 스크래치패드에서는 그냥 안 내리면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대가도 정직하게 말한다. 관리를 넘겨받는다는 것은 실수도 넘겨받는다는 뜻이다. RNGD 문서가 열거하는 실패 사례들이 그 증거다.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HBM 접근이 256 바이트 정렬을 어기면 읽기는 2배, 쓰기는 Read-Modify-Write 로 약 50배 손해다.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HBM 뱅크에서 행을 계속 갈아 끼우면 30~40배 느려진다. 채널 인터리빙을 안 하면 대역폭이 반토막 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가장 극단적인 사례: Fetch/Commit 엔진이 같은 DM 뱅크를 64회 이상 연속 접근하면 우선순위가 가장 낮은 DMA 가 굶어 죽고, 4,096 사이클 안에 응답이 없으면 NoC 타임아웃이 뜬다. 복구 수단은 클러스터 전체 리셋뿐이고 계산 상태를 전부 잃는다.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정리하면 이렇다. NPU 는 '하드웨어가 알아서 해 주는 편의'를 포기하는 대신 '면적·에너지·예측 가능성'을 얻었다. 그 포기한 몫이 고스란히 컴파일러와 커널 작성자의 숙제로 넘어왔고, 그 숙제를 적는 언어가 바로 vISA 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 가 어렵게 느껴지는 이유는 설계가 나빠서가 아니다. 캐시가 대신 해 주던 일을 프로그램이 직접 적어야 하기 때문이다.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2부 · 왜 빠른 계산기만으로는 안 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그러므로 타일링은 최적화 기법이 아니라, 메모리 벽이 강제한 유일한 답이다.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Tensor Core란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MAC 하나에서 시작해 시스톨릭 어레이까지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MAC 하나가 하는 일: a × b + 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MAC(Multiply-Accumulate)은 곱셈기 하나와 덧셈기 하나를 붙여 놓은 회로이며, 세 입력 a, b, c 를 받아 a × b + c 를 한 번에 계산한다.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곱셈 결과를 레지스터에 썼다가 다시 읽어 더하는 대신, 곱셈기 출력이 덧셈기 입력으로 바로 배선되어 있다. 그래서 명령 하나, 사이클 하나에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부동소수점 MAC 은 보통 FMA(Fused Multiply-Add)로 구현한다. '융합(fused)'은 a × b 의 중간 결과를 반올림하지 않고 전체 정밀도로 들고 있다가 c 를 더한 뒤에 한 번만 반올림한다는 뜻이다.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반올림이 두 번에서 한 번으로 줄면 오차가 절반 이하로 준다. bf16 처럼 가수가 7비트뿐인 타입에서는 이 차이가 크게 벌어진다.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 자리에 이전 결과를 다시 넣으면 acc ← acc + a × b 가 되고, 이것이 '누산기(accumulator)'다. 누산기 하나에 곱을 계속 쌓아 넣는 것이 모든 텐서 연산의 뼈대다.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 하나의 비용은 곱셈기가 지배한다. bf16 곱셈기는 8비트 정수 곱셈기보다 훨씬 크고, f32 곱셈기는 bf16 의 대략 4배 면적을 먹는다. 이 면적 차이가 뒤에서 정밀도 선택의 근거가 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MAC 은 '곱하고 더한다'가 아니라 '곱한 것을 쌓아 둔다'가 본질이다. 쌓는 그릇이 누산기다.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MAC 이 기본 단위인가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딥러닝 연산의 압도적 다수는 텐서 축약(contraction)이고, 축약은 정의상 '곱한 다음 공유 축을 따라 더하기'다. 즉 MAC 의 반복이다.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내적: dot(x, y) = Σ_k x[k]·y[k] — MAC K 번.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행렬-벡터 곱(GEMV): y[m] = Σ_k A[m][k]·x[k] — MAC M×K 번.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행렬곱(GEMM): C[m][n] = Σ_k A[m][k]·B[k][n] — MAC M×N×K 번.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2D 컨볼루션: out[h][w][c] = Σ_{fh,fw,k} in[h+fh][w+fw][k]·W[fh][fw][k][c] — 축약 축이 셋일 뿐 구조는 GEMM 과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어텐션의 QKᵀ, 소프트맥스 후의 ·V, FFN 의 두 선형층, 임베딩 투영 — 트랜스포머의 연산 시간 대부분이 위 목록 안에 들어간다.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가속기 설계는 '어떤 연산을 지원할까'가 아니라 '이 MAC 을 몇 개 놓고 어떻게 먹일까'라는 문제로 좁혀진다. Tensor Core, TPU MXU, RNGD Contraction Engine 은 전부 이 한 문제에 대한 서로 다른 답이다.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연산의 종류를 늘리는 게 아니라 같은 MAC 을 병렬로 얼마나 많이, 얼마나 안 굶기고 돌리느냐가 설계의 전부다.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을 MAC 개수로 세어 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C[M,N] = A[M,K] · B[K,N] — 가장 순진한 3중 루프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m in 0..M: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n in 0..N: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acc = 0                          // 누산기 하나를 연다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k in 0..K: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acc = acc + A[m][k] * B[k][n]   //  &lt;-- MAC 한 번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C[m][n] = acc                    // 누산기를 닫고 내보낸다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 = N = K = 4096 인 GEMM 하나의 MAC 수는 4096³ = 68,719,476,736 회, 약 687억 번이다. FLOP 으로 세면 곱과 합을 따로 세므로 그 두 배인 약 1.37 × 10¹¹ FLOP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만약 재사용을 전혀 안 하고 MAC 마다 피연산자 두 개를 메모리에서 새로 읽으면, 읽어야 할 원소는 1.37 × 10¹¹ 개다. bf16 이면 약 275 GB 를 읽는 셈이다.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그런데 실제 데이터는 A, B, C 를 다 합쳐도 3 × 4096² 원소 × 2 B ≈ 100.7 MB 다. 즉 재사용을 안 하면 메모리가 실제 데이터의 약 2,730 배를 나른다.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2,730 배를 어떻게 줄이느냐가 하드웨어 구조를 결정한다. 답은 하나뿐이다 — 한 번 읽은 값을 칩 안에서 여러 MAC 이 나눠 쓰게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 을 1차원으로 늘리면 재사용이 선형으로 늘고, 2차원으로 늘리면 제곱으로 는다. 다음 두 장이 정확히 그 이야기다.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연산량은 O(M·N·K)인데 데이터는 O(M·K + K·N + M·N)이다. 이 간극이 곧 재사용 기회이며, 텐서 코어는 그 기회를 회로로 굳힌 물건이다.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1차원으로 늘리기: 벡터 유닛(SIMD)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 을 옆으로 N 개 늘어놓고, 명령 하나로 N 개를 동시에 돌리는 것이 SIMD(Single Instruction, Multiple Data) 벡터 유닛이다.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512비트 벡터 레지스터 하나에는 f32 가 16개, bf16 이 32개 들어간다. AVX-512 의 vfmadd 명령 하나는 f32 16쌍에 대해 acc[i] ← acc[i] + a[i]·b[i] 를 동시에 수행한다.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CPU 코어 하나에 FMA 포트가 2개 있으면 사이클당 32 MAC, 32코어 서버면 사이클당 1,024 MAC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GPU 의 CUDA 코어도 본질은 같다. NVIDIA A100 은 SM 당 f32 CUDA 코어 64개 × 108 SM = 6,912개이고, 각각 사이클당 FMA 하나를 하므로 사이클당 6,912 MAC 이다. 1.41 GHz 를 곱하면 공개 스펙 19.5 TFLOPS f32 와 정확히 맞는다.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SIMD 의 재사용 이득은 '벡터 하나를 읽어 벡터 하나와 곱한다'에서 나온다. 피연산자 2개를 읽어 16 MAC 을 하므로 로드당 MAC 이 8 이다. 앞 장의 2,730 배를 8 배 줄인 것에 불과하다.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SIMD 만으로는 부족하다. 부족한 이유가 두 가지 있는데, 다음 장에서 나눠 본다.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SIMD 의 두 가지 한계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첫째, 가로 합(horizontal reduction)이 비싸다. 축약은 벡터 안의 원소들을 하나로 합쳐야 하는데, SIMD 는 같은 위치끼리(세로) 연산하도록 만들어진 회로다.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512비트 안의 f32 16개를 하나로 합치려면 셔플 + 덧셈을 log₂(16) = 4 단계 반복해야 하고, 그 4 단계 동안 곱셈기는 전부 논다.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이를 피하려고 실제 GEMM 커널은 누산기를 벡터로 유지하고(C 의 여러 열을 벡터 레인에 배치) 가로 합을 아예 안 하게 만든다. 즉 소프트웨어가 매핑을 손으로 뒤집어야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둘째, 재사용이 소프트웨어 책임이다. 로드당 MAC 을 8 에서 더 올리려면 레지스터 블로킹을 해야 한다 — A 의 4행과 B 의 4열을 레지스터에 붙잡아 두고 16개 누산기를 동시에 굴리면 로드 8회로 MAC 16회, 즉 로드당 MAC 이 2 에서 2배로 오른다.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블로킹 크기는 아키텍처 레지스터 개수(x86-64 AVX-512 는 32개, GPU 는 스레드당 최대 255개)에 막힌다. 여기서 더 늘릴 수가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결론은 이렇다. 재사용을 소프트웨어가 아니라 배선으로 만들어야 하고, 축약 축을 따라 값이 자동으로 합쳐지는 회로가 필요하다. 두 요구를 동시에 만족시키는 구조가 MAC 을 2차원으로 놓는 것이다.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1차원 유닛은 '곱은 병렬, 합은 직렬'이라는 비대칭을 못 넘는다. 2차원으로 가면 합도 배선이 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2차원으로 늘리기: 시스톨릭 어레이의 규칙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시스톨릭 어레이(systolic array)는 PE(Processing Element)를 격자로 배치하고, 데이터가 이웃 PE 로만 한 칸씩 흘러가게 만든 구조다. 이름은 심장이 피를 밀어내는 수축(systole)에서 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 = A·B (A 는 M×K, B 는 K×N) 를 계산하는 가중치 정지(weight-stationary) 배치는 다음 네 규칙으로 완전히 기술된다.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규칙 1 — 격자는 K행 × N열이고, PE(k, n) 은 가중치 B[k][n] 을 자기 레지스터에 미리 적재한 뒤 계산 내내 움직이지 않는다.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규칙 2 — 활성값 a 는 왼쪽에서 들어와 오른쪽으로 흐른다. PE(k, n) 이 사이클 t 에 왼쪽 이웃에게서 받은 a 를 사이클 t+1 에 오른쪽 이웃에게 넘긴다.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규칙 3 — 부분합 p 는 위에서 아래로 흐른다. PE(k, n) 은 위 이웃 PE(k−1, n) 이 보낸 p 를 받아 p + a × B[k][n] 을 계산해 아래 PE(k+1, n) 으로 넘긴다. 0행은 p = 0 을 받는다.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규칙 4 — 마지막 행 아래로 떨어져 나오는 값이 완성된 내적 C[m][n] 이다. 부분합은 그 사이 한 번도 메모리나 레지스터 파일에 쓰이지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스큐잉(skewing)이 필수다. 부분합은 사이클당 한 행씩 내려오므로, A[m][k] 는 A[m][0] 보다 정확히 k 사이클 늦게 주입해야 자기 부분합과 같은 PE 에서 만난다. 그래서 입력 행렬을 대각선으로 어긋나게 밀어 넣는다.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이득이 두 겹이다. 한 번 읽은 a 는 오른쪽으로 흐르며 N 개 PE 가 재사용하고, 한 번 적재한 가중치는 아래로 지나가는 M 개 활성값이 재사용한다. 그리고 축약 축의 합이 부분합 배선 그 자체다 — 가로 합 명령이 아예 없다.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시스톨릭 어레이는 '값을 옮기는 대신 값을 지나가게 한다'. 재사용과 축약이 둘 다 배선으로 해결된다.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2×2 시스톨릭 어레이를 사이클 단위로 따라가 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A(3×2)·B(2×2) = C(3×2) 를 PE 4개로. 가중치 정지, 부분합은 아래로.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 = [[1,2],        B = [[10,20],       정답  C = [[ 70,100],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[3,4],             [30,40]]                  [150,220],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[5,6]]                                       [230,340]]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가중치 적재:  PE(0,0)=10   PE(0,1)=20        &lt;- B[k][n] 이 PE(k,n) 에 고정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PE(1,0)=30   PE(1,1)=40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입력 주입(행 k 는 k 사이클 스큐):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0행 왼쪽 &lt;- A[:,0] = 1, 3, 5      (사이클 1,2,3)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1행 왼쪽 &lt;- A[:,1] = 2, 4, 6      (사이클 2,3,4)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cyc   PE(0,0)            PE(0,1)             PE(1,0)                  PE(1,1)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1   a=1  0+1*10= 10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2   a=3  0+3*10= 30    a=1  0+1*20= 20    a=2   10+2*30= 70 =C[0][0]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3   a=5  0+5*10= 50    a=3  0+3*20= 60    a=4   30+4*30=150 =C[1][0]   a=2   20+2*40=100 =C[0][1]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PE(1,0) 이 사이클 2 에 받은 부분합 10 은 사이클 1 에 PE(0,0) 이 만든 값이다. 위에서 한 칸 내려오는 데 정확히 한 사이클이 걸린다.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PE(1,1) 이 사이클 3 에 쓰는 a=2 는 사이클 2 에 PE(1,0) 에 있던 값이 오른쪽으로 한 칸 이동한 것이다. 같은 값 2 가 두 PE 에서 재사용됐다.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총 12 회의 MAC 을 PE 4개로 5 사이클에 끝냈다. 사이클별 활성 PE 수는 1, 3, 4, 3, 1 이며, 앞뒤 두 사이클은 파이프라인을 채우고 비우는 구간(fill / drain)이다.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일반적으로 K×N 격자에서 M 행을 처리하면 대략 M + K + N − 2 사이클이 걸린다. M 이 K, N 보다 훨씬 크면 fill/drain 비용이 묻히고 이용률이 100% 에 수렴한다.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반대로 M 이 작으면(예: 배치 1 추론) 큰 격자는 대부분 놀게 된다. 이것이 TPU v1 의 256×256 격자가 v2/v3 에서 128×128 로 줄어든 이유 중 하나다.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부분합은 격자를 통과하는 동안 한 번도 저장되지 않는다. 이것이 시스톨릭 어레이가 에너지 효율에서 이기는 핵심이다.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2×2 시스톨릭 어레이를 사이클 단위로 따라가 본다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4                      a=5  0+5*20=100    a=6   50+6*30=230 =C[2][0]   a=4   60+4*40=220 =C[1][1]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5                                                                      a=6  100+6*40=340 =C[2][1]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무엇을 고정할 것인가: 데이터플로우 3종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격자에서 '움직이지 않는 것'을 무엇으로 정하느냐에 따라 재사용의 성격이 달라진다. 크게 세 가지 선택지가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가중치 정지(Weight Stationary) — 가중치를 PE 레지스터에 적재하고 활성값과 부분합을 흘린다. 가중치 재사용이 최대이고, 배치나 M 이 클수록 이득이 크다. 대신 가중치를 바꿀 때마다 격자를 다시 채우는 비용이 든다. TPU v1 이 대표적이다.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출력 정지(Output Stationary) — 누산기를 PE 에 고정하고 활성값과 가중치를 둘 다 흘려 넣는다. 부분합이 안 움직이므로 누산 정밀도를 넓게 유지하기 쉽고 부분합 이동 에너지가 0 이다. NVIDIA Tensor Core 의 누산기 fragment 가 이 성격이다.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입력/행 정지(Input Stationary, Row Stationary) — 활성값을 고정하고 가중치를 흘린다. 컨볼루션처럼 같은 입력 픽셀이 여러 필터 위치에 재사용되는 경우에 유리하다. Eyeriss 계열이 이 방향을 택했다.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의 Contraction Engine 은 한쪽 피연산자를 TRF(Tensor Register File)에 '정지 상태로' 올려두고 다른 쪽을 Collect Engine 에서 매 사이클 스트리밍한다는 점에서 정지 피연산자 계열이다.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다만 부분합도 Time Reducer 의 누산기 버퍼(셀 1,024개)에 머무르므로 출력 정지 성격이 섞여 있다. 그리고 어느 쪽을 TRF 에 올릴지는 커널이 정한다 — 벤치마크한 gemm 커널은 가중치를, 실기에서 도는 mnist 커널은 활성값을 TRF 에 올린다.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'무엇을 고정하는가'는 하드웨어가 못 박아 두기도 하고, RNGD 처럼 커널 작성자에게 넘기기도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NVIDIA Tensor Core: warp 단위 MMA 명령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NVIDIA 는 시스톨릭 어레이를 프로그래머에게 격자로 노출하지 않는다. 대신 '작은 행렬곱 명령' 하나로 포장해서 준다. 이 명령이 MMA(Matrix Multiply-Accumulate)다.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Volta(2017, V100)에서 처음 도입됐고, f16 입력 · f32 누산으로 시작했다. Turing 이 int8/int4 를, Ampere(A100)가 tf32 · bf16 을, Hopper(H100)가 fp8(e4m3/e5m2)과 warp-group 단위 wgmma 를 추가했다.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명령의 모양은 m×n×k 로 표기한다. Ampere 이후 f16/bf16 의 기본형은 m16n8k16 이며, 이는 '16×8 출력 타일 하나를 만들고 그 과정에서 K 방향 16 개를 삼킨다'는 뜻이다.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m16n8k16 한 번의 MAC 수 = 16 × 8 × 16 = 2,048 회다. 명령 하나가 스칼라 FMA 2,048 개분의 일을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타입별로 k 가 다르다. tf32 는 m16n8k8, int8 은 m16n8k32, fp8 은 m16n8k32, int4 는 m16n8k64 다. 원소가 좁을수록 한 명령이 더 깊은 K 를 삼킨다.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실행 단위가 스레드가 아니라 warp(32 스레드) 전체다. A, B, C 조각(fragment)이 32 스레드의 레지스터에 나뉘어 흩어져 있어서, 32 스레드가 동시에 같은 명령을 실행해야만 온전한 행렬이 모인다. 한 스레드만 mma 를 실행하는 것은 정의되지 않은 동작이다.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규모 감각: A100 은 SM 당 Tensor Core 4개, SM 108개이고 각 Tensor Core 가 사이클당 256 MAC 을 한다. 곱하면 사이클당 110,592 MAC 이며, 1.41 GHz 를 곱하면 공개 스펙 312 TFLOPS(bf16, dense)와 맞는다. 같은 칩의 f32 CUDA 코어(사이클당 6,912 MAC)보다 정확히 16배다.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Tensor Core 는 '더 빠른 곱셈기'가 아니라 '한 명령이 삼키는 일의 양을 2,048배로 키운 명령어'다.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실제로 어떻게 부르는가: PTX mma 와 C++ wmma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같은 하드웨어를 부르는 두 층위의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(1) PTX 인라인 — Ampere 이후 f16 입력 / f32 누산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mma.sync.aligned.m16n8k16.row.col.f32.f16.f16.f32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{ d0, d1, d2, d3 },      // D : f32 4개  (16x8 출력 타일 중 이 스레드 몫)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{ a0, a1, a2, a3 },      // A : b32 4개 = f16 8개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{ b0, b1 },              // B : b32 2개 = f16 4개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{ c0, c1, c2, c3 };      // C : f32 4개  (누산기 입력)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(2) C++ WMMA — 16x16x16 조각 단위, 컴파일러가 레지스터 배치를 숨긴다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using namespace nvcuda;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wmma::fragment&lt;wmma::matrix_a,    16,16,16, half, wmma::row_major&gt; a;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wmma::fragment&lt;wmma::matrix_b,    16,16,16, half, wmma::col_major&gt; b;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wmma::fragment&lt;wmma::accumulator, 16,16,16, float&gt;                 c;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wmma::fill_fragment(c, 0.0f);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(int k = 0; k &lt; K; k += 16) {          // K 방향은 소프트웨어 루프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wmma::load_matrix_sync(a, A + k,        lda);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wmma::load_matrix_sync(b, B + k * ldb,  ldb);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wmma::mma_sync(c, a, b, c);            // C = A*B + C, warp 32 스레드가 함께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타입 접미사 .f32.f16.f16.f32 는 순서대로 D, A, B, C 의 타입이다. 입력 두 개는 f16 인데 누산기 두 개는 f32 다 — 하드웨어가 넓은 누산을 강제한다.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.row.col 은 A 를 행우선, B 를 열우선으로 읽으라는 뜻이다. 결국 A 와 B 양쪽 모두에서 축약 축 K 가 메모리상 가장 안쪽에 오도록 요구하는 것이다.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'축약 축을 안쪽에 정렬하라'는 요구는 RNGD TCP 가 '축약 축을 Packet 안쪽에 두라'고 요구하는 것과 정확히 같은 물리적 이유에서 나온다. 곱셈기 배열은 재정렬 회로가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레지스터 산수: A 는 16×16 = 256 원소를 32 스레드가 나눠 가지므로 스레드당 8개(b32 레지스터 4개), B 는 8×16 = 128 원소로 스레드당 4개, C/D 는 16×8 = 128 개 f32 로 스레드당 4개다.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K 루프는 여전히 소프트웨어가 돈다. 하드웨어가 주는 것은 GEMM 이 아니라 GEMM 의 블록 한 칸일 뿐이다.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실제로 어떻게 부르는가: PTX mma 와 C++ wmma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wmma::store_matrix_sync(C, c, ldc, wmma::mem_row_major);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'작은 행렬곱 명령'이라고 부르는가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'행렬곱 명령'인 이유 — 명령 하나의 의미가 스칼라 연산이 아니라 D = A·B + C 라는 행렬 수식 전체이기 때문이다. 피연산자가 스칼라도 벡터도 아니고 작은 행렬이다.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'작은'인 이유 — 그 행렬이 16×8×16 밖에 안 되기 때문이다. 4096³ GEMM 을 하려면 이 명령을 (4096/16)×(4096/8)×(4096/16) = 256 × 512 × 256 = 33,554,432 번 불러야 한다. 큰 GEMM 은 여전히 소프트웨어 루프다.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얻는 것 1 — 명령 오버헤드 상각. 스칼라 FMA 는 명령 하나가 MAC 하나다. 디코드, 스케줄링, 레지스터 포트 경쟁이 연산과 1:1 로 붙는다. m16n8k16 은 명령 하나가 MAC 2,048 개이므로 그 오버헤드가 1/2,048 로 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얻는 것 2 — 레지스터 읽기 상각. 피연산자 A 256 원소 + B 128 원소 = 384 원소를 읽어 2,048 MAC 을 한다. 읽기당 MAC 이 5.3 이고, 스칼라 FMA 의 0.5 보다 10배 이상 좋다.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얻는 것 3 — 제어 회로 제거. 2,048 개의 곱셈을 고정 배선 배열이 처리하므로 곱셈기마다 명령 디코더나 스케줄러를 달 필요가 없다. 면적과 에너지가 크게 절약되고, 이것이 같은 칩에서 16배 처리량이 나오는 이유다.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잃는 것 — 유연성. 명령이 지원하는 모양은 이산적인 몇 개뿐이고, 내 문제의 모양이 거기 안 맞으면 맞춰 줘야 한다. 다음 장의 주제다.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Tensor Core 의 이득은 곱셈기가 빨라져서가 아니라, 곱셈기 하나당 붙는 제어·이동 비용을 2,048분의 1로 나눠서 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모양이 정확히 맞아야 한다 → 패딩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m16n8k16 은 M 이 16의 배수, N 이 8의 배수, K 가 16의 배수일 때만 낭비 없이 돈다. 아니면 0 으로 채워서 맞춰야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 = 17 인 경우 — 타일 2개(32행)를 써야 하고 15행이 0 패딩이다. 곱셈기의 15/32 ≈ 47% 가 0 × 0 을 계산한다. 결과는 맞지만 사이클은 다 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 = 12 인 경우 — 16으로 올림해서 4열이 낭비다. 25% 손실이다.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K = 15 인 경우 — 16으로 0 패딩한다. 0 을 곱해 더하니 정답은 유지되지만 K 방향 1/16 이 헛일이다.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 방향이 곱해지므로 손실이 겹친다. M = 17, N = 12, K = 15 면 유효 MAC 비율이 (17/32)×(12/16)×(15/16) ≈ 37% 다. 나머지 63% 는 0 을 곱하는 데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실무에서 모델 형상을 하드웨어에 맞춘다. LLM 어휘 크기를 32,000 대신 32,768 로 잡거나, hidden 차원을 768 / 1024 / 4096 처럼 큰 2의 거듭제곱 배수로 잡는 관행이 정확히 이 이유에서 나온다.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중요한 성질 — GPU 에서 모양이 안 맞는 것은 '틀림'이 아니라 '느림'이다. 항상 0 패딩으로 맞출 수 있고, 대가는 조용히 사라진 성능뿐이다. RNGD TCP 는 이 점이 다르며, 뒤에서 다시 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 모양이 이산적이라는 사실 하나가 모델 아키텍처의 하이퍼파라미터 선택까지 거슬러 올라가 영향을 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타일링이 계층으로 쌓인다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명령 타일이 작으니 큰 GEMM 은 여러 층의 타일로 쪼개야 한다. 각 층은 서로 다른 저장소의 재사용을 노린다.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1층 · 명령 타일 (16×8×16) — Tensor Core 를 한 번 채우는 단위. 목적은 곱셈기 배열을 놀리지 않는 것.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2층 · warp 타일 (예: 64×64) — 한 warp 이 레지스터에 붙잡아 두는 누산기 영역. 목적은 레지스터 재사용. 64×64 f32 누산기는 warp 당 4,096 개 = 스레드당 128 레지스터다.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3층 · 스레드블록 타일 (예: 128×128×32) — shared memory 에 올리는 단위. 목적은 shared memory 재사용.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4층 · grid — 블록들을 L2 캐시 친화적으로 배치하는 단위. 목적은 HBM 트래픽 감소.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3층의 이득을 숫자로 보면: A 타일 128×32 = 4,096 원소, B 타일 32×128 = 4,096 원소, 합쳐 8,192 원소를 shared memory 에 올려 128×128×32 = 524,288 회의 MAC 을 한다. 로드당 MAC 이 64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앞에서 본 '재사용 없으면 2,730배'가 이 계층 구조로 상쇄된다. 타일링은 성능 최적화가 아니라 애초에 문제를 메모리에 넣기 위한 필수 절차다.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계층이 곧 vISA 를 이해하는 열쇠다. RNGD TCP 는 이 계층을 프로그래머가 손으로 짜는 루프가 아니라 Chip / Cluster / Slice / Lane / Time / Packet 이라는 이름으로 타입에 박아 넣게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GPU 는 타일 계층을 커널 코드 안의 루프로 표현하고, TCP 는 타입 파라미터로 표현한다. 표현이 다를 뿐 같은 계층이다.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정밀도: 비트를 어디에 쓰는가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37"/>
                <a:gridCol w="4394782"/>
                <a:gridCol w="3685946"/>
                <a:gridCol w="184297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타입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부호 / 지수 / 가수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표현 범위 (대략)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반올림 단위 u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8 / 23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±3.4e38, 최소 정규 1.2e-38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2⁻²⁴ ≈ 6.0e-8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tf32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8 / 10 (32비트 그릇에 담김)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fp32 와 동일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2⁻¹¹ ≈ 4.9e-4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8 / 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fp32 와 동일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2⁻⁸ ≈ 3.9e-3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fp16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5 / 10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±65,504, 최소 정규 6.1e-5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2⁻¹¹ ≈ 4.9e-4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fp8 e4m3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4 /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±448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2⁻⁴ ≈ 6.3e-2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fp8 e5m2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5 / 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±57,344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2⁻³ ≈ 1.25e-1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int8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2의 보수 8비트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−128 … 127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절대 간격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16비트에서 8비트를 어디에 배분하느냐는 '얼마나 정확한가'가 아니라 '어떤 실패 모드를 택하는가'의 문제다.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정밀도 — 비트를 어디에 쓸 것인가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지수(범위) 대 가수(정밀도)의 배분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9424"/>
            <a:ext cx="8229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fp32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8488" y="2194560"/>
            <a:ext cx="219456" cy="310896"/>
          </a:xfrm>
          <a:prstGeom prst="rect">
            <a:avLst/>
          </a:prstGeom>
          <a:solidFill>
            <a:srgbClr val="4B5A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37944" y="2194560"/>
            <a:ext cx="1755648" cy="310896"/>
          </a:xfrm>
          <a:prstGeom prst="rect">
            <a:avLst/>
          </a:prstGeom>
          <a:solidFill>
            <a:srgbClr val="B4540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지수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2" y="2194560"/>
            <a:ext cx="5047488" cy="310896"/>
          </a:xfrm>
          <a:prstGeom prst="rect">
            <a:avLst/>
          </a:prstGeom>
          <a:solidFill>
            <a:srgbClr val="0B5F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가수 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3416" y="2240280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표준. 학습에 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70048"/>
            <a:ext cx="8229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tf32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8488" y="2615184"/>
            <a:ext cx="219456" cy="310896"/>
          </a:xfrm>
          <a:prstGeom prst="rect">
            <a:avLst/>
          </a:prstGeom>
          <a:solidFill>
            <a:srgbClr val="4B5A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37944" y="2615184"/>
            <a:ext cx="1755648" cy="310896"/>
          </a:xfrm>
          <a:prstGeom prst="rect">
            <a:avLst/>
          </a:prstGeom>
          <a:solidFill>
            <a:srgbClr val="B4540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지수 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2615184"/>
            <a:ext cx="2194560" cy="310896"/>
          </a:xfrm>
          <a:prstGeom prst="rect">
            <a:avLst/>
          </a:prstGeom>
          <a:solidFill>
            <a:srgbClr val="0B5F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가수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660904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NVIDIA. fp32 범위 + fp16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90672"/>
            <a:ext cx="8229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bf16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18488" y="3035808"/>
            <a:ext cx="219456" cy="310896"/>
          </a:xfrm>
          <a:prstGeom prst="rect">
            <a:avLst/>
          </a:prstGeom>
          <a:solidFill>
            <a:srgbClr val="4B5A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37944" y="3035808"/>
            <a:ext cx="1755648" cy="310896"/>
          </a:xfrm>
          <a:prstGeom prst="rect">
            <a:avLst/>
          </a:prstGeom>
          <a:solidFill>
            <a:srgbClr val="B4540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지수 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93592" y="3035808"/>
            <a:ext cx="1536192" cy="310896"/>
          </a:xfrm>
          <a:prstGeom prst="rect">
            <a:avLst/>
          </a:prstGeom>
          <a:solidFill>
            <a:srgbClr val="0B5F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가수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3081528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fp32 와 범위가 같다. 추론의 기본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511296"/>
            <a:ext cx="8229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fp16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18488" y="3456432"/>
            <a:ext cx="219456" cy="310896"/>
          </a:xfrm>
          <a:prstGeom prst="rect">
            <a:avLst/>
          </a:prstGeom>
          <a:solidFill>
            <a:srgbClr val="4B5A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7944" y="3456432"/>
            <a:ext cx="1097280" cy="310896"/>
          </a:xfrm>
          <a:prstGeom prst="rect">
            <a:avLst/>
          </a:prstGeom>
          <a:solidFill>
            <a:srgbClr val="B4540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지수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35224" y="3456432"/>
            <a:ext cx="2194560" cy="310896"/>
          </a:xfrm>
          <a:prstGeom prst="rect">
            <a:avLst/>
          </a:prstGeom>
          <a:solidFill>
            <a:srgbClr val="0B5F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가수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3416" y="3502152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범위가 좁아 오버플로 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931920"/>
            <a:ext cx="8229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fp8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18488" y="3877056"/>
            <a:ext cx="219456" cy="310896"/>
          </a:xfrm>
          <a:prstGeom prst="rect">
            <a:avLst/>
          </a:prstGeom>
          <a:solidFill>
            <a:srgbClr val="4B5A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37944" y="3877056"/>
            <a:ext cx="877824" cy="310896"/>
          </a:xfrm>
          <a:prstGeom prst="rect">
            <a:avLst/>
          </a:prstGeom>
          <a:solidFill>
            <a:srgbClr val="B4540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지수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5768" y="3877056"/>
            <a:ext cx="658368" cy="310896"/>
          </a:xfrm>
          <a:prstGeom prst="rect">
            <a:avLst/>
          </a:prstGeom>
          <a:solidFill>
            <a:srgbClr val="0B5F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가수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3416" y="3922776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최신 추론. 스케일링 필수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352544"/>
            <a:ext cx="8229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int8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18488" y="4297680"/>
            <a:ext cx="1755648" cy="310896"/>
          </a:xfrm>
          <a:prstGeom prst="rect">
            <a:avLst/>
          </a:prstGeom>
          <a:solidFill>
            <a:srgbClr val="0B5F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가수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6" y="4343400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정수. 양자화 필요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882896"/>
            <a:ext cx="11057839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지수 비트가 표현 범위를, 가수 비트가 정밀도를 정한다. bf16 이 인기 있는 이유는 fp32 와 지수가 같아 범위 문제가 안 생기기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누산은 입력보다 넓게 한다. bf16 곱 → fp32 누산이 표준이다. 좁게 누산하면 수천 번 더할 때 값이 뭉개진다.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 에서 dtype 변환은 Cast Engine 이 담당하고, Fetch·Commit 단계에서도 변환할 수 있다.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누산은 반드시 더 넓은 타입으로 하는가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이유 1 — 곱은 가수를 두 배로 늘린다. bf16(가수 7비트) 두 개를 정확히 곱하면 가수 14~15비트가 필요하다. 이걸 다시 bf16 에 넣으면 곱마다 반올림이 들어간다.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이유 2 — 합은 더 위험하다. 부동소수점 덧셈은 큰 값에 작은 값을 더할 때 작은 값을 통째로 잃는다(swamping). 누산기가 커질수록 나중 항이 사라진다.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bf16 누산의 파국 지점: 값이 [256, 512) 구간에 들어가면 표현 간격이 2 가 된다. 그래서 256 + 1 = 256 이다. K = 4096 짜리 내적에서 누산기가 256 을 넘는 순간 남은 수천 개 항이 통째로 무시된다.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fp16 누산의 파국 지점: 값이 [2048, 4096) 에서 간격이 2 가 되어 2048 + 1 = 2048 이다. 게다가 65,504 를 넘으면 inf 가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fp32 누산: 값이 4096 근처일 때 간격이 2⁻¹¹ ≈ 0.0005 다. K = 4096 을 안전하게 쌓을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이유 3 — 정수도 똑같다. int8 × int8 의 최대 절댓값은 127 × 127 = 16,129 다. K = 512 만 되어도 최댓값이 8,258,048 이라 int16(최대 32,767)을 훨씬 넘는다. int32(약 2.1e9)면 K 를 13만까지 안전하게 쌓는다.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모든 텐서 코어 계열은 '좁은 입력 × 좁은 입력 → 넓은 누산'을 하드웨어로 강제한다. NVIDIA 는 f16/bf16/tf32 → f32, int8 → int32 다. RNGD TCP 는 문서상 f8/bf16 → f32, i4/i8 → i32 이며, 확장이 곱셈 전에 일어난다.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반드시 구분할 것 — 넓은 누산은 '누산 과정의 손실'을 막는 장치이지, 입력을 좁은 타입으로 표현하면서 이미 발생한 양자화 오차를 되돌려 주지 않는다. RNGD 의 실측 오차가 정확히 이 경우이며 뒤에서 숫자로 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256 + 1 = 256. bf16 으로 누산하면 이 한 줄 때문에 긴 축약이 통째로 틀린다.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Google TPU 의 시스톨릭 어레이와 비교 (개념 수준)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TPU v1(2016, ISCA 2017 논문 공개)은 256 × 256 = 65,536 개의 8비트 MAC 을 단일 시스톨릭 어레이로 묶었다. 가중치 정지 방식이고 700 MHz 로 int8 92 TOPS 를 냈다. 누산은 별도의 32비트 누산기 뱅크가 맡았다.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TPU v2/v3 부터 MXU 가 128 × 128 로 작아졌고 bf16 곱 + fp32 누산으로 바뀌었다. 큰 격자 하나 대신 작은 격자 여러 개를 쓰는 쪽으로 간 것인데, 이유는 앞서 본 fill/drain 과 작은 배치에서의 이용률 문제다.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 설계가 프로그래머에게 노출하는 추상화가 각각 다르다.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TPU MXU — 격자를 사용자에게 거의 노출하지 않는다. XLA 컴파일러가 타일링과 배치를 정하고, 사용자는 텐서 수준 연산만 쓴다. 잘 맞으면 편하고 안 맞으면 손댈 곳이 없다.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NVIDIA Tensor Core — 작은 격자 수백 개를 SIMT 스레드 모델로 묶어 노출한다. 프로그래머가 fragment 를 레지스터로 직접 나르고 warp 단위 동기화를 신경 써야 한다. 세밀하지만 하드웨어 좌표(어느 SM, 어느 Tensor Core)는 여전히 숨겨져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RNGD TCP — 파이프라인 단계와 하드웨어 좌표를 그대로 타입에 노출한다. 프로그래머가 각 축을 Chip / Cluster / Slice / Lane / Time / Packet 중 어디에 놓을지 직접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셋의 공통점은 분명하다. (1) 좁은 입력 × 넓은 누산을 강제하고, (2) 축약 축이 하드웨어의 가장 안쪽 축에 정렬되기를 요구하며, (3) 한쪽 피연산자를 정지시켜 재사용을 만든다.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세 설계의 차이는 곱셈기가 아니라 '프로그래머에게 무엇까지 보여 주는가'에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MAC을 2차원으로 늘어놓으면 — 시스톨릭 어레이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데이터가 흘러가며 부분합이 쌓인다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2514600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514600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2514600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9352" y="2514600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4248" y="3172968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2616" y="3172968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0984" y="3172968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59352" y="3172968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3831336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3831336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00984" y="3831336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59352" y="3831336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4248" y="4489704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4489704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00984" y="4489704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59352" y="4489704"/>
            <a:ext cx="603504" cy="603504"/>
          </a:xfrm>
          <a:prstGeom prst="rect">
            <a:avLst/>
          </a:prstGeom>
          <a:solidFill>
            <a:srgbClr val="E3EEFB"/>
          </a:solidFill>
          <a:ln w="9525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MAC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17320" y="2816352"/>
            <a:ext cx="512064" cy="0"/>
          </a:xfrm>
          <a:prstGeom prst="line">
            <a:avLst/>
          </a:prstGeom>
          <a:ln w="17780">
            <a:solidFill>
              <a:srgbClr val="B454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2679192"/>
            <a:ext cx="73152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A 행0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17320" y="3474720"/>
            <a:ext cx="512064" cy="0"/>
          </a:xfrm>
          <a:prstGeom prst="line">
            <a:avLst/>
          </a:prstGeom>
          <a:ln w="17780">
            <a:solidFill>
              <a:srgbClr val="B454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3337560"/>
            <a:ext cx="73152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A 행1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417320" y="4133088"/>
            <a:ext cx="512064" cy="0"/>
          </a:xfrm>
          <a:prstGeom prst="line">
            <a:avLst/>
          </a:prstGeom>
          <a:ln w="17780">
            <a:solidFill>
              <a:srgbClr val="B454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995928"/>
            <a:ext cx="73152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A 행2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17320" y="4791456"/>
            <a:ext cx="512064" cy="0"/>
          </a:xfrm>
          <a:prstGeom prst="line">
            <a:avLst/>
          </a:prstGeom>
          <a:ln w="17780">
            <a:solidFill>
              <a:srgbClr val="B454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4654296"/>
            <a:ext cx="73152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A 행3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86000" y="2011680"/>
            <a:ext cx="0" cy="448056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892808" y="1728216"/>
            <a:ext cx="77724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B 열0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44368" y="2011680"/>
            <a:ext cx="0" cy="448056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551176" y="1728216"/>
            <a:ext cx="77724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B 열1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602736" y="2011680"/>
            <a:ext cx="0" cy="448056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209544" y="1728216"/>
            <a:ext cx="77724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B 열2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261104" y="2011680"/>
            <a:ext cx="0" cy="448056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67912" y="1728216"/>
            <a:ext cx="77724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B 열3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86000" y="5129784"/>
            <a:ext cx="0" cy="429768"/>
          </a:xfrm>
          <a:prstGeom prst="line">
            <a:avLst/>
          </a:prstGeom>
          <a:ln w="1778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44368" y="5129784"/>
            <a:ext cx="0" cy="429768"/>
          </a:xfrm>
          <a:prstGeom prst="line">
            <a:avLst/>
          </a:prstGeom>
          <a:ln w="1778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02736" y="5129784"/>
            <a:ext cx="0" cy="429768"/>
          </a:xfrm>
          <a:prstGeom prst="line">
            <a:avLst/>
          </a:prstGeom>
          <a:ln w="1778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61104" y="5129784"/>
            <a:ext cx="0" cy="429768"/>
          </a:xfrm>
          <a:prstGeom prst="line">
            <a:avLst/>
          </a:prstGeom>
          <a:ln w="1778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984248" y="5586984"/>
            <a:ext cx="2633472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C 부분합이 아래로 빠져나온다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2240280"/>
            <a:ext cx="6229807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 하나는 a×b+c 만 한다. 곱하고 이전 값에 더한다.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왼쪽에서 A의 행이, 위에서 B의 열이 흘러 들어온다. 각 MAC은 지나가는 값을 곱해 부분합에 더하고 옆·아래로 넘긴다.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한 번 읽은 값이 배열 전체를 지나며 여러 번 쓰인다 → 읽기 한 번에 연산 여러 번. 연산강도를 하드웨어가 직접 올려준다.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대가: 모양이 배열 크기에 딱 맞아야 한다. 안 맞으면 패딩으로 채우고, 채운 칸은 버려야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GPU의 Tensor Core도, TCP의 Contraction Engine도 이 아이디어의 변형이다.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'모양이 딱 맞아야 한다'는 제약이 타일링·패딩·정렬 문제의 뿌리다.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RNGD 의 축약 엔진은 격자가 아니라 파이프라인이다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furiosa-opt 책은 이 하드웨어를 2차원 시스톨릭 wavefront 가 아니라 '리듀스 트리 + 시간 누산기' 파이프라인으로 기술한다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TCP Contraction Engine: 두 피연산자와 네 단계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Contraction Engine 은 matmul, convolution 같은 이항 텐서 축약을 수행하는 하드웨어다. 두 입력 텐서를 받아 공유되는 축을 따라 리듀스한다.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피연산자의 출처가 비대칭이다. 한쪽은 Collect Engine 에서 매 사이클 스트리밍되고, 다른 한쪽은 TRF(Tensor Register File)에 정지 상태로 올려져 매 사이클 읽힌다. TRF 적재는 sub 컨텍스트의 .to_trf() 가, 축약 실행은 main 컨텍스트가 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축약을 Broadcast · Multiply · Reduce 세 일로 보고, 하드웨어는 이를 네 단계로 나눈다 — Broadcast 와 Multiply 에 한 단계, Reduce 에 세 단계다.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Outer → Packet Reducer → Time Reducer → Lane Folder 순이고, eDSL API 네 개(.contract_outer(&amp;trf) / .contract_packet::&lt;OutPacket&gt;() / .contract_time::&lt;OutTime&gt;() / .contract_lane::&lt;OutTime, OutPacket&gt;(mode))가 하드웨어 단계에 1:1 로 대응한다.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좌표계는 [Chip, Cluster, Slice, Lane, Time, Packet] 여섯 개이고, 각 단계는 서로 겹치지 않는 자기 차원만 만진다. Chip / Cluster / Slice 는 네 단계를 그대로 통과하며, 슬라이스나 칩을 넘는 리듀스는 하류 Vector Engine 과 Inter-Slice Reducer 몫이다.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용어 주의 — 사용자와 벤더는 이 하드웨어를 구어로 DPE 또는 'systolic array' 라 부르지만, furiosa-opt 책은 Contraction Engine 이라 부르고 고전적 2D systolic wavefront 로 명시하지 않는다. 엄밀히 systolic array 인지는 확인되지 않았고, DPE 의 약자 확장도 책에 정의가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규모 감각(책의 제약값에서 유도) — bf16 은 packet 64 B 가 32원소이므로 레인당 곱셈기 32개, 레인 8개면 슬라이스당 256개, 슬라이스가 클러스터당 256개 · 칩당 2 클러스터이므로 칩당 512 슬라이스 × 8 레인 × 32 = 131,072 개의 bf16 MAC 이 사이클마다 돈다. 클럭은 책에 없으므로 여기서 TFLOPS 로 환산하지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축약 축 k 를 어디에 두느냐가 전부다. Packet 에 두면 공간 트리로 합쳐지고, Time 에 두면 누산기로 합쳐진다.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1단계 · Outer — 브로드캐스트하고 곱한다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이름은 선형대수의 외적에서 왔다. 길이 n 벡터 u 와 길이 m 벡터 v 에 대해 u vᵀ 는 (u vᵀ)[i,j] = u[i] × v[j] 인 n × m 행렬이며, u 를 열 축으로 v 를 행 축으로 브로드캐스트한 뒤 원소곱하면 만들어진다. Outer 단계는 이 의미론을 그대로 하드웨어로 옮긴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 하위 단계가 직렬로 동작한다.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Stream Adapter — Collect Engine 이 내는 32 B flit 을 PackSize ∈ {1, 2} 개 묶어 32 B 또는 64 B packet 으로 만들고(Packing), 그 packet 을 LaneBroadcast ∈ {1, 2, 4, 8} 개 레인에 공간 복제하고 TimeBroadcast 만큼 여러 사이클에 걸쳐 시간 복제한다.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TRF Sequencer — TRF 에 놓인 Element 를 읽어 OutTime / OutPacket 으로 재배치한다. 매 사이클 읽기 한 번이 레인당 완전한 OutPacket 하나를 채우며, 뱅크 둘을 읽으면 레인당 640비트, 하나만 읽으면 320비트다.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Multiplier — 정렬된 두 피연산자를 받아 각 원소를 축약 출력 타입으로 먼저 확장하고(i4/i8 → i32, f8/bf16 → f32) 그 다음 원소곱한다. 확장이 곱셈 앞에 있다는 것이 핵심이다.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PackSize = OutPacket::SIZE × Storage::SIZE / 32 로 결정된다. 여기서 Storage 는 확장 전 dtype(bf16 = 2 B)이지 f32 누산기가 아니다.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PackSize = 2 면 64 B 를 꽉 채워 MAC 을 전부 쓴다. PackSize = 1 이면 32 B 만 채우고 남는 절반은 항상 0 을 곱하므로 실효 처리량이 절반이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Time Broadcast 는 공짜에 가깝다. 브로드캐스트 인자는 데이터를 다시 fetch 하지 않고 같은 packet 을 여러 사이클 재사용하므로 그 인자에 대한 대역폭 비용이 사라진다. 반대로 Stream Adapter 전체는 fetch 대역폭(fetch 당 최대 32 B/사이클)에 묶여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출력은 [Chip, Cluster, Slice, Lane, Time, Packet] 모양의 곱해진 텐서 하나이며, 매 Time 사이클마다 모든 Lane 이 packet 하나 분량의 곱을 병렬로 만들어 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Outer 는 시스톨릭 어레이의 '값이 오른쪽으로 흐르며 재사용된다'를 브로드캐스트 회로로 대체한 단계다.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2단계 · Packet Reducer — 레인마다 하나씩의 덧셈 트리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각 레인이 자기 packet(32 B 또는 64 B) 안에 있는 축약 축을 덧셈 트리로 합한다. 형식적으로 output[i] = Σ_j input[i, j] 이며, i 는 살아남는 출력 축, j 는 packet 안의 축약 축을 훑는다.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트리는 레인마다 하나씩 독립적으로 있다. 깊이 0 의 잎이 packet 원소이고, 깊이가 하나 늘 때마다 쌍을 더해 원소 수가 절반이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최대 깊이는 log₂(Packet::SIZE)다. i4 는 packet 에 128 원소가 들어가므로 7, i8 과 f8 은 64 원소로 6, bf16 은 32 원소로 5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사용자가 준 OutPacket 에서 컴파일러가 깊이 d 를 유도하고, 트리는 가장 안쪽 2^d 개 원소를 소비한다. 예를 들어 bf16 packet 32원소를 OutPacket = 1 로 접으면 깊이 5 짜리 트리가 32개를 한 값으로 합친다.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결과는 32 원소로 절단된다. 이유는 하드웨어에 있다 — 하류 Time Reducer 의 레인당 누산기 열이 32개뿐이다. i4 는 128 원소로 도착하므로 d ∈ {0, 1} 이면 128 또는 64 원소가 남지만 둘 다 32 로 잘려 나간다.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성능 — 지연은 트리 깊이만큼이다(bf16 5 사이클). 그러나 덧셈 트리가 완전히 파이프라인화되어 있어서 정상 상태 처리량은 매 사이클 packet 하나 입력 / 리듀스된 출력 하나다. 깊이는 첫 결과까지의 지연만 늘린다.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Lane &lt; 8 이면 비활성 레인의 트리가 놀기 때문에 사이클당 처리량이 Lane::SIZE / 8 에 비례해 떨어진다.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검증 함정 — packet 크기는 확장 전 Storage 바이트로 잰다. 하드웨어가 storage 폭 flit 을 읽고 나서 확장하기 때문이며, f32 누산기 폭으로 재면 계산이 틀린다.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시스톨릭 어레이가 K 단계에 걸쳐 아래로 흘리며 하던 축약을, Packet Reducer 는 로그 깊이 트리 한 방으로 끝낸다.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3단계 · Time Reducer — 시간에 걸친 누산 슬롯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Packet Reducer 의 사이클별 [Lane, Packet] 출력을 Time 에 걸쳐 누적해 OutTime 으로 만든다. OutTime 이 살아남는 Time 차원을 지명하고, Time 에 있으나 OutTime 에 없는 차원은 합해져 사라진다.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제약이 둘 있다 — OutTime 은 Time 의 부분집합이어야 하고, 살아남는 차원들의 상대 순서가 보존되어야 한다. 리듀스 축은 Time 의 안쪽에 있어도 바깥쪽에 있어도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핵심 개념은 InnerTime 이다. 가장 바깥 리듀스 차원보다 안쪽에 있으면서 OutTime 에 살아남는 차원을 말하며, 누적에 필요한 슬롯 개수가 정확히 InnerTime::SIZE 다. 같은 InnerTime 튜플 값을 가진 flit 이 같은 슬롯에 누적된다.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책의 reduce_b 예제로 보면 — Time = [B/16, A%8], OutTime = [A%8] 이므로 B/16 이 리듀스 차원이고 InnerTime = A%8 = 8 이다. flit #0 과 #8 이 슬롯 0 에, #1 과 #9 가 슬롯 1 에, … #7 과 #15 가 슬롯 7 에 누적된다. flit 15 가 지나면 버퍼가 최종 결과를 담고 Lane Folder 로 넘긴다.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용량 — 누산 버퍼는 셀 1,024개다. 슬롯 하나의 모양은 하류 Lane Folder 가 고른 LaneMode 가 정하므로, 슬롯 개수는 1,024 를 청크당 셀 수로 나눈 값이다.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Interleaved 모드: 청크가 [Lane#8, Packet] = 8 × Packet::SIZE 셀 → 슬롯 용량 128 / Packet::SIZE.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Sequential 모드: 청크가 [Lane, Packet#32] = Lane::SIZE × 32 셀 → 슬롯 용량 32 / Lane::SIZE.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InnerTime::SIZE 가 슬롯 용량을 넘으면 Time 을 더 잘게 쪼개거나 LaneMode 를 바꿔 처리량과 슬롯 여유를 맞바꾼다.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구현 함정 — contract_time 은 아직 LaneMode 를 모른다. 그래서 리듀스 전 Time 매핑을 저장해 두고, contract_lane 이 그 정보로 슬롯 경계를 검사한다. 두 단계가 서로를 교차 검증하는 구조다.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슬롯은 '동시에 열어 둘 수 있는 누산기의 개수'다. 축약 축을 Time 에 두는 대가가 정확히 이 슬롯 예산이다.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4단계 · Lane Folder — 합치지 않고 접는다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Contraction Engine 의 마지막 단계다. Lane 차원의 값 8개를 없애는데, 합하지 않는다. 다른 축으로 옮겨 놓을 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합하지 않는 이유는 명확하다. Lane 에는 애초에 축약 축이 아니라 출력 축(예: 출력 채널)을 배치했기 때문에 합칠 것이 없다. Lane 은 공간 병렬성이지 리듀스 차원이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동작은 상류 Time Reducer 버퍼를 8원소 폭 출력 버스로 매 사이클 하나씩 비워 내는 것이고, LaneMode 가 각 사이클의 flit 이 무엇을 실을지 고른다.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Interleaved — 매 사이클 8개 레인 전부에서 열 위치 하나씩을 읽는다(레인당 값 1개, flit 당 값 8개). OutTime = [Time, Packet], OutPacket = [Lane#8] 이 되어 Lane 이 가장 안쪽 OutPacket 으로 구체화된다. 출력 채널을 레인에 펼친 matmul 에 맞는 모드다.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Sequential — 매 사이클 한 레인의 packet 에서 8개 열을 읽는다. Packet 을 먼저 8의 배수로 패딩해 PadPacket = Packet # align_up(SIZE, 8) 을 만들고, OutTime = [Time, Lane, PadPacket/8], OutPacket = [PadPacket%8] 이 된다. Lane = 1 인 리듀스류 커널에 맞는다.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성능 — Interleaved 는 Lane &lt; 8 이면 버스 자리가 비어 처리량이 Lane::SIZE / 8 로 떨어진다. Sequential 은 Packet::SIZE &lt; 8 이면 매 사이클 딱 그만큼만 실으므로 패딩도 낭비되는 버스 자리도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Lane Folder 자체에는 제약이 없다. 다만 여기서 고른 LaneMode 가 상류 Time Reducer 의 슬롯 용량 한계를 결정한다 — 마지막 단계의 선택이 두 단계 앞의 제약을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중요한 구현 사실 — 앞의 세 단계는 지연(deferred) 실행이다. contract_outer 는 곱을 실제로 만들지 않고 두 피연산자를 LazyContraction 에 담아 두며, Packet/Time Reducer 는 그것을 그대로 통과시키면서 타입만 다시 붙인다. contract_lane 에서 단 한 번 융합 축약이 실행된다. 그래서 넓은 중간 외적 텐서가 메모리에 절대 물질화되지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네 개의 API 호출은 네 번의 계산이 아니라, 한 번의 융합 축약을 위한 네 겹의 타입 계약이다.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TCP Contraction Engine 제약 한눈에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4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688"/>
                <a:gridCol w="5654577"/>
                <a:gridCol w="3455575"/>
              </a:tblGrid>
              <a:tr h="36742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제약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근거 / 성격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Lane::SIZE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∈ {1, 2, 4, 8}, 최대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outer.md 제약절. 컴파일러도 강제(3, 16 은 mir 에러)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Packet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≤ 64 B — bf16 32원소, i8/f8 64원소, i4 128원소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index.md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OutPacket::SIZE × Storage::SIZE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∈ {32, 64} B. Storage 는 확장 전 dtype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outer.md. f32 누산기 폭으로 재면 틀림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PackSize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∈ {1, 2} = OutPacket::SIZE × D::SIZE / 32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outer.md. 1 이면 MAC 절반 낭비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Packet Reducer 트리 깊이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log₂(Packet::SIZE) — i4 7, i8/f8 6, bf16 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packet-reducer.md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contract_packet 의 OutPacket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2의 거듭제곱이고 ≤ 32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누산기 열이 32개뿐. 소스의 assert 로도 강제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Time Reducer 누산 버퍼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셀 1,024개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time-reducer.md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읽기 대역폭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좁은 읽기 320비트 / 넓은 읽기 640비트 (레인·사이클당)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outer.md, register-files.md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입력 dtype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i4 / i8 / f8 / bf16 만. f32 입력 불가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f32 축약은 Vector Engine 담당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용량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명세는 슬라이스당 80 KB(8레인×2뱅크×128행×320비트), 컴파일러가 실제로 강제하는 값은 TrfAddress::Full 기준 65,536 B(= 8 KB/레인)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두 값이 어긋난다. 실기 컴파일 에러 실측이 후자를 못박음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고정 기능 배열에는 '대충 맞음'이 없다. 맞거나, 컴파일이 죽거나, 조용히 틀린다.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GPU Tensor Core vs FuriosaAI TCP Contraction Engine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327"/>
                <a:gridCol w="4056722"/>
                <a:gridCol w="588879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NVIDIA Tensor Core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FuriosaAI TCP Contraction Engine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 단위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warp(32 스레드)가 함께 실행하는 MMA 명령 한 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하나를 통과하는 4단계 파이프라인 (Outer → Packet → Time → Lane)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일의 크기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고정 이산 모양. m16n8k16 이면 2,048 MAC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모양이 고정이 아니라 타입 파라미터로 지정. 제약(Lane∈{1,2,4,8}, Packet≤64 B 등)만 만족하면 됨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피연산자 위치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A, B, C 모두 레지스터 fragment. 32 스레드에 나뉘어 흩어져 있음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한쪽은 Collect Engine 스트림, 다른 쪽은 TRF 에 정지. 출처가 비대칭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축약 축 처리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명령 하나가 k(=16 등)를 삼키고 나머지 K 는 소프트웨어 루프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Packet(공간 트리)과 Time(누산 슬롯) 두 곳에 나눠 배치. 어디에 두느냐를 프로그래머가 결정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누산 타입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f16/bf16/tf32 → f32, int8 → int32 (하드웨어 강제)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f8/bf16 → f32, i4/i8 → i32 (Multiplier 가 곱셈 전에 확장)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f32 입력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tf32(가수 10비트)로 낮춰서 지원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불가. f32 축약은 Vector Engine 이 담당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모양이 안 맞을 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 패딩으로 항상 맞출 수 있다. 대가는 성능뿐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매핑이 어긋나면 컴파일 에러이거나, 걸러지지 않으면 틀린 결과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프로그래밍 모델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wmma / mma PTX / CUTLASS. 하드웨어 좌표는 숨김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Rust eDSL 의 타입 파라미터. Chip/Cluster/Slice/Lane/Time/Packet 을 직접 지정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구조 서술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곱셈기 배열(내부 구조는 비공개)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책은 '리듀스 트리 + 시간 누산기' 파이프라인으로 기술. 고전 systolic 인지는 미확인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같은 물리 문제(좁은 입력·넓은 누산·축약 축 정렬)를 풀지만, 한쪽은 명령으로 숨기고 다른 쪽은 타입으로 드러낸다.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무엇이 같고 무엇이 다른가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같은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 배열이 고정 기능이다. 곱셈기마다 명령 디코더가 없고 배선으로 연결되어 있어 면적·에너지를 아낀다.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좁은 입력 × 넓은 누산을 하드웨어가 강제한다. 소프트웨어가 f32 누산을 고를 자유가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축약 축이 하드웨어의 가장 안쪽 축에 정렬되기를 요구한다. NVIDIA 의 .row.col 과 TCP 의 'K 를 Packet 안쪽에'가 같은 요구다.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정지 피연산자로 재사용을 만든다. NVIDIA 는 누산기 fragment 를 레지스터에 붙잡고, TCP 는 한쪽 피연산자를 TRF 에 붙잡는다.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모양을 하드웨어 배수에 맞추기 위한 패딩이 필요하다. TCP 는 m![1 # 32], m![1 # 256] 같은 `#` 패딩 인자로 이를 타입에 적는다.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큰 GEMM 은 어느 쪽에서도 여전히 여러 번의 호출로 쪼개야 한다. 하드웨어가 주는 것은 블록 한 칸이다.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다른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명령 모양: NVIDIA 는 m16n8k16 같은 이산 집합 중에서 고르지만, TCP 는 제약을 만족하는 임의의 매핑을 타입으로 쓴다. 자유도는 크지만 그만큼 틀릴 여지도 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실패 모드: GPU 에서 안 맞으면 느려질 뿐이고, TCP 에서 안 맞으면 컴파일이 죽거나 값이 틀린다. 고정 기능 배열이 재정렬을 못 하기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추상화 층위: GPU 는 SIMT 스레드라는 중간 추상을 두지만, TCP 는 Lane / Time / Packet 이라는 물리 자원을 그대로 노출한다.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축약 축의 배분: GPU 는 명령이 K 를 한 덩어리로 삼키지만, TCP 는 K 를 Packet(트리)과 Time(누산)에 나눠 담아야 하고 그 분할을 프로그래머가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실행 시점: GPU 의 mma 는 즉시 실행되지만, TCP 의 앞 세 API 는 지연 실행이고 contract_lane 에서 한 번에 융합된다.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입력 타입 범위: GPU 는 tf32 로 f32 를 흉내라도 내지만, TCP 의 Contraction Engine 은 f32 를 아예 못 먹는다. 정확도가 필요하면 엔진 자체를 바꿔야 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자유도를 준다는 것은 책임도 준다는 뜻이다. TCP 는 매핑 실수를 성능 저하가 아니라 오류로 갚는다.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TCP 의 정밀도: 넓은 누산과 남는 0.23%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사실 1 — Contraction Engine 이 먹을 수 있는 입력 타입은 i4 / i8 / f8 / bf16 뿐이다. f32 는 못 먹으며, f32 축약은 Vector Engine 몫이다.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사실 2 — Multiplier 는 곱셈 전에 bf16 을 f32 로 확장하고, 그 뒤의 Packet 트리와 Time 누산을 전부 f32 로 수행한다. 즉 누산 과정 자체의 손실은 막혀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사실 3 — 그런데 입력 피연산자는 이미 bf16 으로 반올림되어 배열에 들어간다. bf16 은 가수가 7비트이므로 원소당 상대오차가 최대 약 0.4%(2⁻⁸)다.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사실 4 — 그래서 남는 오차는 누산이 아니라 입력 양자화다. 축약으로 평균이 되면서 상대평균 오차가 약 0.23% 로 수렴한다.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실측(rngd:2 실기, torch F.linear 대조) — DPE 로 (T,I,O) = (128, 512, 2048) 을 돌리면 maxabs 1.30e-3, relmean 0.23%, allclose 는 1e-2 에서 True 이고 1e-3 에서 False 다. (256, 2048, 512) 도 relmean 0.23% 로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연산을 f32 를 유지하는 Vector Engine 으로 돌리면 maxabs 2.98e-7, relmean 0.00%, allclose 는 1e-3 에서도 True 다. 대신 DPE 가 end-to-end 약 1.96배, compute-only 약 3.8배 빠르다.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실무 판단 기준 — 어텐션의 QK 나 projection 처럼 0.23% 를 허용할 수 있는 matmul 은 DPE 로 보내고, f32 정확도가 필요한 축약은 VE 로 보낸다.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'bf16 → f32 확장'은 누산 손실을 막는 장치이지 오차의 원인이 아니다. 오차는 그 앞단, 피연산자를 bf16 으로 표현한 데서 온다. 이 구분을 뭉개면 안 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MAC — 모든 것의 기본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곱하고, 이전 값에 더한다. 그게 전부다.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4208" y="2286000"/>
            <a:ext cx="731520" cy="384048"/>
          </a:xfrm>
          <a:prstGeom prst="rect">
            <a:avLst/>
          </a:prstGeom>
          <a:solidFill>
            <a:srgbClr val="E3EEFB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3017520"/>
            <a:ext cx="731520" cy="384048"/>
          </a:xfrm>
          <a:prstGeom prst="rect">
            <a:avLst/>
          </a:prstGeom>
          <a:solidFill>
            <a:srgbClr val="E3EEFB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3035808" y="2468880"/>
            <a:ext cx="822960" cy="822960"/>
          </a:xfrm>
          <a:prstGeom prst="ellipse">
            <a:avLst/>
          </a:prstGeom>
          <a:solidFill>
            <a:srgbClr val="FDEBD3"/>
          </a:solidFill>
          <a:ln w="12700">
            <a:solidFill>
              <a:srgbClr val="B454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5728" y="2478024"/>
            <a:ext cx="640080" cy="219456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395728" y="2971800"/>
            <a:ext cx="640080" cy="237744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773168" y="2468880"/>
            <a:ext cx="822960" cy="822960"/>
          </a:xfrm>
          <a:prstGeom prst="ellipse">
            <a:avLst/>
          </a:prstGeom>
          <a:solidFill>
            <a:srgbClr val="E2F4E8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+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58768" y="2880360"/>
            <a:ext cx="914400" cy="0"/>
          </a:xfrm>
          <a:prstGeom prst="line">
            <a:avLst/>
          </a:prstGeom>
          <a:ln w="20320">
            <a:solidFill>
              <a:srgbClr val="B454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910328" y="1554480"/>
            <a:ext cx="548640" cy="384048"/>
          </a:xfrm>
          <a:prstGeom prst="rect">
            <a:avLst/>
          </a:prstGeom>
          <a:solidFill>
            <a:srgbClr val="ECF0F4"/>
          </a:solidFill>
          <a:ln w="12700">
            <a:solidFill>
              <a:srgbClr val="5B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84648" y="1938528"/>
            <a:ext cx="0" cy="512064"/>
          </a:xfrm>
          <a:prstGeom prst="line">
            <a:avLst/>
          </a:prstGeom>
          <a:ln w="17780">
            <a:solidFill>
              <a:srgbClr val="5B6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327648" y="2596896"/>
            <a:ext cx="1554480" cy="566928"/>
          </a:xfrm>
          <a:prstGeom prst="rect">
            <a:avLst/>
          </a:prstGeom>
          <a:solidFill>
            <a:srgbClr val="C7E4CF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7F37"/>
                </a:solidFill>
                <a:latin typeface="Consolas"/>
                <a:ea typeface="Consolas"/>
                <a:cs typeface="Consolas"/>
              </a:rPr>
              <a:t>a×b + 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96128" y="2880360"/>
            <a:ext cx="731520" cy="0"/>
          </a:xfrm>
          <a:prstGeom prst="line">
            <a:avLst/>
          </a:prstGeom>
          <a:ln w="20320">
            <a:solidFill>
              <a:srgbClr val="1A7F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65007" y="2148840"/>
            <a:ext cx="3383280" cy="863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누산기 c 가 핵심이다.</a:t>
            </a:r>
            <a:br/>
            <a:r>
              <a:rPr sz="12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곱셈 결과를 매번 밖으로 내보내지 않고</a:t>
            </a:r>
            <a:br/>
            <a:r>
              <a:rPr sz="12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안에 쌓아 두기 때문에</a:t>
            </a:r>
            <a:br/>
            <a:r>
              <a:rPr sz="12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메모리 왕복이 사라진다.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023360"/>
            <a:ext cx="11057839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행렬곱의 안쪽 루프 C[i][j] += A[i][k] * B[k][j] 가 정확히 MAC 한 번이다.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누산은 보통 입력보다 넓은 타입으로 한다. bf16 두 개를 곱해 fp32 로 쌓는 식이다. 수천 번 더하면 오차가 쌓이기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MAC 을 몇 개 넣느냐가 칩의 이론 성능을 정한다. RNGD 는 슬라이스마다 MAC 배열이 있고 레인 하나가 그 배열의 한 행이다.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"몇 TFLOPS" 는 결국 "MAC 이 몇 개이고 몇 GHz 로 도나" 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3부 · Tensor Core란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3부 정리 — 그리고 진짜 비용이 있는 곳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한 줄기로 요약하면 이렇다. MAC 하나(a×b+c) → 옆으로 늘려 SIMD → 2차원으로 늘려 시스톨릭 어레이 → 명령으로 포장해 Tensor Core → 파이프라인으로 풀어헤쳐 TCP Contraction Engine.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모든 단계에서 똑같이 반복되는 세 가지가 있다. (1) 좁은 입력을 넓은 타입으로 누산한다, (2) 축약 축을 하드웨어의 가장 안쪽 축에 정렬한다, (3) 한쪽 피연산자를 정지시켜 재사용을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GPU 는 이 세 가지를 고정 모양 명령 뒤에 숨기고, TCP 는 타입 파라미터로 드러낸다. 숨기면 편하지만 안 맞을 때 조용히 느려지고, 드러내면 어렵지만 안 맞을 때 컴파일 시점에 터진다.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마지막으로 균형을 잡는 사실 하나 — 축약 매핑을 아무리 잘 잡아도 비용은 다른 곳에 있을 수 있다. 벤더 예제 커널 130개를 컴파일해 얻은 스케줄 덤프에서 lane_size::valid_size_8 은 span 4,119 사이클 / 명령 7개이고 그중 DmaEngine 1,234 · PeCore 600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 130개 커널 중 102개에서 PeCore 가 600 사이클로 똑같았고, 전체 사이클의 96.5% 를 DmaEngine 이 차지했다. 즉 계산이 아니라 데이터 이동이 지배한다.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단, 이 사이클 수치는 컴파일러 스케줄 모델의 예측값이지 실기에서 측정한 사이클이 아니다. 앞 장의 0.23% 오차(실기 실행 결과)와는 성격이 다르므로 섞어 읽으면 안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다음 순서는 자연스럽다. 이 축약 엔진에 데이터를 어떻게 실어 나르는가 — Fetch, Switch, Collect, TRF 적재, 그리고 그 전부를 결정하는 매핑 타입 — 이 다음 부의 주제다.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곱셈기를 이해하는 것은 시작일 뿐이다. 곱셈기를 굶기지 않는 법이 나머지 전부다.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 (Tiling)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이 발표의 축. 데이터를 재사용하려고 계산 순서를 바꾸는 기술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문제 하나로 시작한다 — 4096×4096 행렬곱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 = A × B, 세 행렬 모두 4096×4096 fp32라고 하자. 이것은 장난감 크기가 아니라 트랜스포머 한 레이어의 FFN에서 흔히 나오는 크기다.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행렬 한 장의 크기: 4096 × 4096 = 16,777,216 원소, × 4바이트 = 67,108,864바이트 = 64 MiB.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A, B, C 세 장이면 192 MiB다. 이걸 통째로 온칩에 올려두고 계산할 수 있으면 이 부는 필요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곱셈-덧셈 횟수: 4096³ = 68,719,476,736회. 부동소수 연산으로는 2 × 4096³ = 약 137 GFLOP이다.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RNGD 한 칩의 온칩 SRAM(DM)은 전체 256 MB다. 숫자만 보면 192 MiB가 들어갈 것 같다. 그런데 안 들어간다.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이유는 다음 장이다. 온칩 메모리는 하나의 큰 덩어리가 아니라 슬라이스마다 쪼개진 독립 주소공간이기 때문이다.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계산은 137 GFLOP뿐인데 데이터는 64MB짜리 행렬 세 장이다. 이 불균형이 타일링의 존재 이유다.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용량 벽 — 온칩 메모리는 슬라이스 단위로 잘려 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85"/>
                <a:gridCol w="3136976"/>
                <a:gridCol w="2744854"/>
                <a:gridCol w="329382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용량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대역폭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타일링에 주는 제약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48 GB / 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1.5 TB/s / 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모델 전체는 여기 산다. 256바이트 정렬 필수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(온칩 SRAM)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 MB / 칩, 512 KB / 슬라이스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 TB/s / 칩, 128 B/cycle / 슬라이스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 하나가 512KB를 넘으면 못 올린다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(축약 엔진 입력)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 / 레인, 레인 8개 = 64 KB / 슬라이스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 사이클 읽힘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곱셈 피연산자 타일의 상한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VRF (벡터 엔진 피연산자)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 / 슬라이스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 사이클 읽힘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넘으면 컴파일러가 자동 분할(segmentation)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진짜 제약은 '칩당 256MB'가 아니라 '슬라이스당 512KB'다. 이 장의 최대 함정이다.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순진한 3중 루프 — 교과서의 행렬곱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C[M×N] = A[M×K] × B[K×N], 아무 생각 없이 짠 버전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0..M {                 // 출력 행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j in 0..N {             // 출력 열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let mut acc = 0.0;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k in 0..K {         // 축약(reduce)축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acc += A[i][k] * B[k][j];   // ← 매번 두 원소를 '메모리에서' 읽는다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C[i][j] = acc;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코드는 수학적으로 완벽히 옳다. CPU에서 돌리면 결과도 정확하다. 문제는 성능이 아니라 '메모리를 몇 번 건드리는가'다.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가장 안쪽 줄 한 번 = 곱셈 1회 + 덧셈 1회 = 2 FLOP. 그런데 읽어야 하는 데이터는 A 원소 1개 + B 원소 1개 = fp32 기준 8바이트다.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즉 8바이트를 옮겨서 2 FLOP을 한다. 연산 강도(arithmetic intensity)가 2/8 = 0.25 FLOP/byte다.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값이 하드웨어의 균형점(peak FLOPS ÷ peak 대역폭)보다 훨씬 낮으면, 연산 유닛은 놀고 메모리만 죽어라 일한다. 이런 상태를 memory-bound라고 부른다.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순진한 루프의 데이터 이동량 — 숫자로 계산한다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가장 안쪽 루프가 도는 총 횟수는 M·N·K = 4096³ = 68,719,476,736회다.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매 회 A 원소 1개, B 원소 1개를 읽으므로 읽기 원소 수는 2·M·N·K = 137,438,953,472개다.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fp32이므로 ×4바이트 = 549,755,813,888바이트 ≈ 550 GB.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 쓰기는 누산을 레지스터에 두면 M·N = 16.7M개, 즉 67 MB뿐이라 무시할 수 있다. 지배적인 것은 A와 B의 반복 읽기다.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HBM 이론 최대 1.5 TB/s로 나누면 550e9 ÷ 1.5e12 = 0.367초. 실제로는 정렬·뱅크 충돌 때문에 이보다 훨씬 느리다.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반면 실제로 해야 하는 계산은 137 GFLOP뿐이다. 즉 '옮기는 데 367 ms, 계산은 그보다 훨씬 짧은 시간'이라는 구조다.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핵심 관찰: A의 한 행은 N=4096번 다시 읽힌다. B의 한 열은 M=4096번 다시 읽힌다. 같은 데이터를 4096번 HBM에서 다시 퍼오고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타일링은 이 '다시 퍼오기'를 온칩 안에서 해결하는 기법이다. 계산량은 1 FLOP도 줄지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550 GB. HBM 최대 대역폭 1.5 TB/s를 100% 뽑아내도 367 ms가 그냥 사라진다.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타일링은 계산량을 줄이지 않는다. 같은 계산을 하면서 데이터 이동만 줄인다.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블록 행렬곱 — 스칼라를 타일로 바꾼다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행렬을 T×T 크기의 정사각 블록으로 자른다. A는 (M/T)×(K/T)개 블록, B는 (K/T)×(N/T)개 블록, C는 (M/T)×(N/T)개 블록이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수식: C_tile[i][j] = Σ_{k=0}^{K/T-1} A_tile[i][k] × B_tile[k][j].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식은 원래 행렬곱 식 C[i][j] = Σ_k A[i][k]·B[k][j]와 형태가 완전히 같다. 원소가 스칼라에서 T×T 행렬로 바뀌었을 뿐이다.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성립하는 이유는 블록 행렬 곱셈이 결합법칙·분배법칙을 그대로 만족하기 때문이다. 인덱스를 (블록 번호, 블록 내 위치)로 쪼개도 합의 순서만 바뀔 뿐 값은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기하학적으로 보면: C의 (i,j) 타일은 A의 i번째 '행 띠'(가로로 긴 T×K 조각)와 B의 j번째 '열 띠'(세로로 긴 K×T 조각)의 곱이다.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실행 순서상 핵심은 이것이다 — A_tile 하나를 온칩에 올려두면, 그것을 버리기 전에 그 타일이 관여하는 모든 곱셈을 끝낸다. A_tile은 T×T 크기이므로 T개의 출력 열에 재사용된다.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부동소수점 덧셈은 엄밀히는 결합법칙이 성립하지 않으므로, 합산 순서가 바뀌면 마지막 비트가 달라질 수 있다. 수치 결과를 비교할 때는 이걸 감안해야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C 타일 하나를 만들려면 A의 '행 띠' 하나와 B의 '열 띠' 하나가 필요하다.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 행렬곱 의사코드 — 3중 루프가 6중 루프가 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바깥 3중 = 타일 순회, 안쪽 3중 = 타일 내부 계산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ii in (0..M).step_by(T) {           // C 타일의 행 번호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for jj in (0..N).step_by(T) {         // C 타일의 열 번호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mut Ctile = [[0.0; T]; T];      // ← 온칩에 T×T 누산기를 붙들어 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kk in (0..K).step_by(T) {       // 축약축을 타일 단위로 순회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load Atile &lt;- A[ii..ii+T][kk..kk+T];   // HBM -&gt; 온칩, T*T 원소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load Btile &lt;- B[kk..kk+T][jj..jj+T];   // HBM -&gt; 온칩, T*T 원소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for i in 0..T {                   // 여기부터는 전부 온칩 접근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j in 0..T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for k in 0..T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Ctile[i][j] += Atile[i][k] * Btile[k][j];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store C[ii..ii+T][jj..jj+T] &lt;- Ctile;    // ← kk 루프가 다 끝난 뒤 한 번만 쓴다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루프 순서가 바뀐 게 아니라, 각 축을 '타일 번호'와 '타일 내부 오프셋' 둘로 쪼개진 것이다. i = ii + i_local 이라는 분해가 곧 타일링이다.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Ctile을 kk 루프 밖에 두는 것이 결정적이다. 안에 두면 부분합을 매 스텝 HBM에 썼다 다시 읽어야 해서 쓰기 트래픽이 K/T배 늘어난다.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load 두 줄이 유일한 HBM 접근이다. 안쪽 3중 루프는 전부 온칩 데이터만 만진다.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구조가 그대로 3부에서 본 실행 4단계다 — (1) 바깥 차원 타일 순회, (2) HBM→DM fetch, (3) 연산, (4) 부분 결과 누적 후 write-back.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 행렬곱 의사코드 — 3중 루프가 6중 루프가 된다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이동량이 왜 1/T 로 줄어드는가 — 유도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 타일 개수 = (M/T) × (N/T)개.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 타일 하나를 완성하려면 kk 루프를 K/T번 돌린다.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kk 한 스텝마다 A 타일 T² 원소 + B 타일 T² 원소 = 2T² 원소를 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총 읽기 = (M/T)·(N/T)·(K/T)·2T² = 2·M·N·K / T 원소.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검산: T=1을 넣으면 2·M·N·K가 되어 순진한 루프와 정확히 일치한다. 타일링은 T=1일 때 아무것도 안 하는 것과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재사용률(reuse factor) 해석: 한 번 올린 원소를 T번 쓴다. A_tile의 원소 하나는 B_tile의 T개 열과 곱해지고, B_tile의 원소 하나는 A_tile의 T개 행과 곱해진다.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연산 강도로 다시 보면: 2MNK FLOP ÷ (2MNK/T × 4바이트) = T/4 FLOP/byte (fp32 기준). bf16이면 T/2다.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T=64, fp32면 연산 강도가 16 FLOP/byte로 올라간다. 순진한 루프의 0.25에서 64배 개선이다.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C의 쓰기 트래픽은 M·N으로 T와 무관하다. 단, Ctile을 온칩에 붙들고 있을 때만 그렇다.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 이동량 = 2·M·N·K / T. T를 키운 만큼 그대로 나눠진다.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 = 1, 16, 64, 256 비교 (M=N=K=4096, fp32)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468"/>
                <a:gridCol w="1454979"/>
                <a:gridCol w="3055456"/>
                <a:gridCol w="436493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 변 T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읽기량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1.5TB/s 기준 시간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 3장 크기 (3·T²·4B)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(순진한 루프)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550 GB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367 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12 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34.4 GB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22.9 ms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 KB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8.6 GB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5.7 ms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48 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2.15 GB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1.4 ms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768 KB — 슬라이스당 512KB 초과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T=64만 되어도 이동량이 550 GB에서 8.6 GB로 64배 줄어든다. 그런데 T=256은 온칩에 안 들어간다.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트레이드오프의 부등식 — 3·T²·b ≤ 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제약식: A 타일 + B 타일 + C 누산 타일이 동시에 살아 있어야 하므로 3 · T² · (원소 크기 b) ≤ (온칩 용량 C).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따라서 T ≤ √(C / 3b). 용량이 4배 늘어야 T가 2배 늘어난다는 뜻이다. 온칩 SRAM은 비싸므로 이 제곱근이 현실의 벽이다.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이동량은 1/T로 줄고 용량은 T²로 늘기 때문에, 이 최적화 문제의 답은 언제나 '부등식이 등호가 되기 직전의 T'다. 중간 어딘가에 최적점이 있는 게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실제로는 3장이 아니라 더 많이 필요하다. 이중 버퍼링을 쓰면 A와 B는 두 벌씩 있어야 하므로 계수가 3이 아니라 5가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또 32바이트 flit 정렬을 만족해야 한다. Tensor Unit 내부 데이터패스는 32바이트 단위로 흐르며, 이는 f32 8개 또는 bf16 16개다. T가 이 배수가 아니면 매 flit마다 낭비가 생긴다.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정리하면 타일 크기는 세 조건의 교집합이다 — (1) 용량 안에 들어갈 것, (2) 32바이트 정렬을 만족할 것, (3) 이중 버퍼링 여유를 남길 것.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T를 2배 키우면 이동량은 1/2, 용량은 4배. 그래서 최적 T는 항상 '용량이 허락하는 최대'다.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RNGD 메모리 계층별 타일 변 상한 (bf16, 3·T²·2B ≤ 용량)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202"/>
                <a:gridCol w="4272347"/>
                <a:gridCol w="3015774"/>
                <a:gridCol w="201051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용량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 상한 (계산)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실전에서 쓰는 값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VRF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 / 슬라이스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 ≤ √(8192/6) = 36.9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KB/레인 × 8레인 = 64 KB/슬라이스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 ≤ √(65536/6) = 104.5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512 KB / 슬라이스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 ≤ √(524288/6) = 295.6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(fp32일 때)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512 KB / 슬라이스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 ≤ √(524288/12) = 209.0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128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시간 타일링 vs 공간 타일링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시간 타일링 (Temporal)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타일을 하나씩 순차적으로 처리한다. 하드웨어 유닛 하나가 시간에 걸쳐 여러 타일을 돌아가며 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목적: 용량 부족 해결. 한 번에 다 못 올리니까 나눠서 여러 회차에 걸쳐 처리한다.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비용: 회차 수만큼 시간이 늘어난다. 대신 필요한 온칩 용량은 타일 하나 크기로 고정된다.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부분합 누적이 필수다. 회차마다 나온 부분 결과를 어딘가에 더해 모아야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RNGD에서는 Time 차원이 이것이다. Time에는 하드웨어가 강제하는 크기 상한이 없고, 처리할 데이터 양에 따라 늘어난다.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Time축의 축약은 Contraction Engine의 Time Reducer 누산기가 처리한다.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공간 타일링 (Spatial)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타일들을 여러 하드웨어 유닛에 동시에 배치한다. 타일마다 담당 유닛이 따로 있어 병렬로 계산된다.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목적: 처리량 확보. 유닛이 많으니 한꺼번에 여러 타일을 진행시킨다.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비용: 유닛 개수가 상한이다. 유닛보다 타일이 많으면 남는 타일은 결국 시간으로 넘겨야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유닛 사이에 데이터를 나눠주고 결과를 모으는 통신이 필요하다.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RNGD에서는 Chip, Cluster, Slice, Lane, Packet 다섯 차원이 전부 공간이다. Time만 시간이고 나머지는 다 동시다.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축약 담당이 계층마다 다르다 — Slice는 Vector Engine의 Inter-Slice Reducer(글로벌 가산기 트리), Lane과 Packet은 Contraction Engine, Chip/Cluster는 DMA + Vector Engine이다.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같은 '쪼개기'인데 하나는 순서를 만들고 하나는 동시성을 만든다. NPU는 반드시 둘 다 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RNGD은 둘 다 쓴다 — 실제 커널의 매핑 선언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공간 타일링(gemm)과 시간+공간 혼합(gemv). 타입 별칭 한 줄이 곧 타일링 결정이다.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GEMM: 출력 I, J를 공간(슬라이스)에 뿌린다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axes![I = 512, J = 512, K = 64];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= m![I / 32, J / 32];   // 16 × 16 = 256개 슬라이스 격자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= m![J % 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슬라이스 하나가 맡는 타일: m![I % 32, J % 32] = 32 × 32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검산: 256 슬라이스 × (32×32=1024) = 262,144 = I·J = 512×512  ✓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GEMV: 출력 I는 공간, 축약축 J는 시간 + 공간으로 쪼개진다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axes![I = 256, J = 2048];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 = m![I];        // 출력 256개를 256 슬라이스에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Time   = m![J / 32];   // 축약축 J를 64회 시간 반복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Packet = m![J % 32];   // 그 안에서 32개는 동시에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검산: 64 × 32 = 2048 = J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gemm은 순수 공간 타일링이다. 출력 512×512를 256개 슬라이스가 32×32씩 나눠 갖고 동시에 계산한다. Time 반복이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gemv는 혼합이다. 출력 I는 슬라이스에 공간 분산하고, 축약축 J=2048은 시간 64회 × 패킷 32개로 쪼개진다. 시간 축약은 Time Reducer가, 패킷 축약은 Packet Reducer 트리가 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주의 — 원본 소스의 주석 "Each slice handles a 16 × 16 output tile"은 틀렸다. 16×16은 슬라이스 격자의 모양이고, 슬라이스가 맡는 타일은 32×32다. 검산식(256×1024 = 262,144)이 이를 증명한다.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오류가 교훈적인 이유: 매핑 표현식에서 m![I/32]는 '슬라이스 개수', m![I%32]는 '슬라이스당 원소 수'다. 나눗셈과 나머지 중 어느 쪽이 격자이고 어느 쪽이 타일인지 헷갈리면 이런 주석이 나온다.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vISA에는 타일 루프 문법이 없다. Slice/Time/Lane/Packet 타입 별칭이 타일링 그 자체다.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다단계 타일링 — 계층마다 타일 크기가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 계층이 여러 겹이면 각 겹마다 '들어가는 크기'가 다르므로, 타일도 겹마다 다시 잘라야 한다. 큰 타일 안에 작은 타일이 들어 있는 구조다.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1단계 HBM → DM: DMA 엔진이 옮긴다. 슬라이스당 512 KB에 맞춰 자른다. 이 단계 타일이 가장 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2단계 DM → TRF/VRF: Fetch Engine이 스트리밍으로 올린다. TRF는 레인당 8 KB(슬라이스당 64 KB), VRF는 슬라이스당 8 KB에 맞춰 다시 자른다.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3단계 TRF/VRF → 연산 엔진: Contraction Engine과 Vector Engine이 매 사이클 읽는다. 여기서 32바이트 flit 단위(bf16 16개)로 흐른다.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전체 데이터 경로: DMA가 DM을 채우고 → Fetch가 DM에서 Tensor Unit으로 흘리고 → Collect가 TRF/VRF에 쓰고 → Contraction/Vector가 거기서 직접 읽고 → Commit이 결과를 DM에 되쓴다.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진짜 재사용은 맨 아래에서 일어난다. TRF 앞에는 2.5 KB짜리 direct-mapped 읽기 캐시(8레인 × 2뱅크 × 4행 × 320비트)가 있어, 브로드캐스트로 반복해 읽히는 값을 흡수한다.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즉 상위 단계 타일링은 '들어가게 만드는 것'이 목적이고, 하위 단계는 '같은 값을 여러 사이클 다시 읽는 것'이 목적이다. 두 목적을 구분해야 타일 크기를 제대로 고른다.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타일링은 한 번이 아니라 메모리 계층 개수만큼 중첩된다. HBM→DM→TRF/VRF, 세 단계다.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 그림으로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 타일 하나 = A 행띠 × B 열띠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7864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9656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30552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7864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08760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19656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30552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41448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" y="2953512"/>
            <a:ext cx="310896" cy="310896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7864" y="2953512"/>
            <a:ext cx="310896" cy="310896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8760" y="2953512"/>
            <a:ext cx="310896" cy="310896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19656" y="2953512"/>
            <a:ext cx="310896" cy="310896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0552" y="2953512"/>
            <a:ext cx="310896" cy="310896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41448" y="2953512"/>
            <a:ext cx="310896" cy="310896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7864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8760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19656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30552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41448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97864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08760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19656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30552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41448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6968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97864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08760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19656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30552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41448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2039112"/>
            <a:ext cx="1865376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A  (M×K)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4270248"/>
            <a:ext cx="1865376" cy="392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행 타일 하나를 통째로 읽는다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3512" y="3099816"/>
            <a:ext cx="274320" cy="408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64992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75888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86784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80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08576" y="2331720"/>
            <a:ext cx="310896" cy="310896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19472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64992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75888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86784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97680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08576" y="2642616"/>
            <a:ext cx="310896" cy="310896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19472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64992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75888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86784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97680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608576" y="2953512"/>
            <a:ext cx="310896" cy="310896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19472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64992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75888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986784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97680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08576" y="3264408"/>
            <a:ext cx="310896" cy="310896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919472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64992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75888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986784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97680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08576" y="3575304"/>
            <a:ext cx="310896" cy="310896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19472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64992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75888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986784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97680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08576" y="3886200"/>
            <a:ext cx="310896" cy="310896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919472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64992" y="2039112"/>
            <a:ext cx="1865376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B  (K×N)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64992" y="4270248"/>
            <a:ext cx="1865376" cy="392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열 타일 하나를 통째로 읽는다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31536" y="3099816"/>
            <a:ext cx="274320" cy="408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=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43016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53912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464808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775704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086600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97496" y="233172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843016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53912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464808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75704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086600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97496" y="2642616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843016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153912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64808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75704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086600" y="2953512"/>
            <a:ext cx="310896" cy="310896"/>
          </a:xfrm>
          <a:prstGeom prst="rect">
            <a:avLst/>
          </a:prstGeom>
          <a:solidFill>
            <a:srgbClr val="C7E4C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97496" y="2953512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843016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53912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464808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775704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086600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397496" y="3264408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843016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53912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64808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75704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086600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397496" y="3575304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843016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153912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64808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775704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086600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397496" y="3886200"/>
            <a:ext cx="31089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843016" y="2039112"/>
            <a:ext cx="1865376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  (M×N)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843016" y="4270248"/>
            <a:ext cx="1865376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타일 하나가 완성된다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6928" y="4672584"/>
            <a:ext cx="11057839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A의 한 행 타일을 온칩에 올려두면, B의 열 타일을 바꿔 가며 C의 한 행 전체를 만들 수 있다 → A를 N/T번 재사용한다.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 크기를 T라 하면 HBM 읽기량이 O(M·N·K)에서 O(M·N·K / T)로 줄어든다. T가 클수록 좋지만 온칩 용량이 한계다.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제약식: 타일 3개(A·B·C)를 동시에 담아야 하므로 3·T²·(원소 바이트) ≤ 온칩 용량.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타일링은 '계산을 쪼개는 것'이 아니라 '데이터를 재사용하려고 계산 순서를 바꾸는 것'이다.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단계별 타일과 그것을 옮기는 엔진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038"/>
                <a:gridCol w="2863190"/>
                <a:gridCol w="2961921"/>
                <a:gridCol w="414669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용량 기준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옮기는 주체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정렬 요구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→ DM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512 KB / 슬라이스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 Engine (ctx.tdma)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256바이트, 행 시작은 64바이트 경계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→ TRF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 / 레인, 64 KB / 슬라이스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 + Collect (주로 ctx.sub)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32바이트 flit, fetch_size는 8/16/24/32B만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→ VRF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KB / 슬라이스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 + Collect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32바이트 flit, 초과 시 자동 segmentation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 → DM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Commit Engine (ctx.main)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write sequencer는 텐서 경계를 넘으면 안 됨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이중 버퍼링 — 다음 타일을 미리 가져오면서 지금 타일을 계산한다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문제: 앞의 타일 의사코드를 그대로 실행하면 load → compute → load → compute 순으로 직렬 실행된다. load 동안 연산 엔진은 놀고, compute 동안 DMA 엔진은 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해결: 온칩 버퍼를 두 벌 잡는다. 버퍼 0에서 계산하는 동안 버퍼 1에 다음 타일을 채우고, 다음 회차에 역할을 맞바꾼다.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타임라인 (F = fetch 시간, C = compute 시간, 타일 n개):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단일 버퍼: F₀ C₀ F₁ C₁ F₂ C₂ … → 총 n·(F + C)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이중 버퍼: F₀ 그다음 (F₁‖C₀), (F₂‖C₁), …, 마지막 C → 총 F + (n−1)·max(F, C) + C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F = C인 이상적인 경우 속도는 정확히 2배가 상한이다. 한쪽이 압도적으로 크면 이득은 작은 쪽을 숨기는 만큼뿐이다.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구체 예 (스케줄 모델 덤프에서 뽑은 지속시간): DmaLoad 3,118 cycle, contract 파이프라인 777 cycle. 타일 8개면 단일 버퍼 8×3,895 = 31,160 cycle, 이중 버퍼 3,118 + 7×3,118 + 777 = 25,721 cycle. 개선은 약 1.21배에 그친다.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왜 2배가 안 나오나 — fetch가 compute의 4배라서 그렇다. 이중 버퍼링은 짧은 쪽을 긴 쪽 뒤에 숨길 뿐, 긴 쪽 자체를 줄이지 못한다.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교훈: 이중 버퍼링 전에 먼저 타일 크기를 키워 fetch 총량을 줄여야 한다. 순서를 바꾸면 헛수고다.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 루프의 fetch와 compute는 서로 다른 하드웨어가 한다. 겹치지 않으면 둘 중 하나는 항상 놀고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vISA의 이중 버퍼링 — TRF를 반으로 갈라 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sub 컨텍스트가 한쪽 절반을 채우는 동안 main 컨텍스트가 반대쪽을 읽는다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루프 진입 전에 첫 절반을 미리 채운다 (prologue)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mut trf = ctx.sub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.begin(weights[0].view())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.to_trf_at(TrfAddress::FirstHalf);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0..N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 main이 현재 절반을 읽는 동안, sub가 반대쪽 절반에 다음 것을 미리 적재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other_half = if i % 2 == 0 { TrfAddress::SecondHalf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     else          { TrfAddress::FirstHalf  };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next_trf = (i + 1 &lt; N).then(||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ctx.sub.begin(weights[i + 1].view())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.fetch::&lt;...&gt;().collect::&lt;...&gt;()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.to_trf_at(other_half)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ctx.main.begin(input[i].view()).contract_outer::&lt;...&gt;(&amp;trf)...;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하드웨어 근거: TRF는 각 뱅크를 두 절반으로 나누어 갖는다. Full은 뱅크당 128행 전부, FirstHalf는 0~63행, SecondHalf는 64~127행이다. 주소 모드는 store 시점에 고정된다.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스케줄러가 자동으로 main과 sub를 겹쳐준다. 서로 다른 TRF 절반을 건드리므로 WAR 해저드가 없고, 서로 다른 하드웨어 자원을 쓰므로 자원 충돌도 없기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대가: 절반 모드를 쓰면 슬라이스당 사용 가능 용량이 40 KB로 줄어든다. 즉 이중 버퍼링은 공짜가 아니라 '용량의 일부를 파이프라인에 지불'하는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VRF는 하드웨어 절반 분할이 없다. 슬라이스당 8 KB를 커널 작성자가 원하는 대로 나눠 쓰며, 이중 버퍼링을 원하면 겹치지 않는 두 영역을 직접 할당해야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둘이 같은 뱅크를 동시에 건드리면 읽기가 우선권을 갖는다. 축약 파이프라인은 그 사이클에 데이터가 필요하지만 store는 기다릴 수 있기 때문이다.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vISA의 이중 버퍼링 — TRF를 반으로 갈라 쓴다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if let Some(t) = next_trf { trf = t; }   // 다음 회차에 역할 교대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이중 버퍼링 — 가져오기와 계산을 겹친다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TRF를 FirstHalf / SecondHalf로 나눠 번갈아 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8528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55648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9308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66428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60088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77208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0868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87988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1648" y="2167128"/>
            <a:ext cx="0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98768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92427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09547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03207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20327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13987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31107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624767" y="2167128"/>
            <a:ext cx="1" cy="0"/>
          </a:xfrm>
          <a:prstGeom prst="line">
            <a:avLst/>
          </a:prstGeom>
          <a:ln w="1270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441887" y="1947672"/>
            <a:ext cx="365760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23160"/>
            <a:ext cx="12344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순진한 방식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38528" y="2331720"/>
            <a:ext cx="2421560" cy="420624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가져오기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60088" y="2331720"/>
            <a:ext cx="2421560" cy="420624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계산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1648" y="2331720"/>
            <a:ext cx="2421560" cy="420624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가져오기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03207" y="2331720"/>
            <a:ext cx="2421560" cy="420624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계산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2807208"/>
            <a:ext cx="9686239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타일 2개 처리에 8단위. 가져오는 동안 연산기는 놀고, 계산하는 동안 DMA는 논다.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474720"/>
            <a:ext cx="12344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이중 버퍼링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8528" y="3383280"/>
            <a:ext cx="2421560" cy="420624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가져오기 0 → Half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60088" y="3383280"/>
            <a:ext cx="2421560" cy="420624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가져오기 1 → Half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1648" y="3383280"/>
            <a:ext cx="2421560" cy="420624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가져오기 2 → Half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950208"/>
            <a:ext cx="12344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4360088" y="3858768"/>
            <a:ext cx="2421560" cy="420624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계산 0 (Half 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81648" y="3858768"/>
            <a:ext cx="2421560" cy="420624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계산 1 (Half B)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3207" y="3858768"/>
            <a:ext cx="2421560" cy="420624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계산 2 (Half 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38528" y="4334256"/>
            <a:ext cx="9686239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같은 일을 6단위에 끝낸다. 정상 상태에서는 DMA와 연산이 항상 동시에 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663440"/>
            <a:ext cx="110578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핵심 조건: 지금 계산하는 버퍼와 지금 채우는 버퍼가 서로 달라야 한다. 같으면 해저드(WAR/RAW)가 나서 스케줄러가 기다리게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vISA에서는 TRF 주소를 FirstHalf / SecondHalf 로 지정해 이를 실현한다. 프리페치는 보통 sub 컨텍스트에 올린다.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이득의 상한은 min(가져오기 시간, 계산 시간)이다. 우리 실측처럼 DMA가 훨씬 길면 겹쳐도 DMA 시간이 그대로 남는다.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겹치기는 '느린 쪽을 빠르게' 만들지 못한다. 느린 쪽 뒤에 빠른 쪽을 숨길 뿐이다.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안 나눠떨어지면 어떻게 하나 — 패딩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현실 문제: 시퀀스 길이 1,000, 어휘 크기 128,256, 채널 13 같은 숫자는 32나 64로 나눠떨어지지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 가지 대응책이 있다. (1) 남는 꼬리를 별도 코드로 처리(에필로그), (2) 타일 크기를 나눠떨어지는 값으로 낮춤, (3) 패딩해서 나눠떨어지게 만듦.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NPU는 (3)을 쓴다. (1)은 분기가 필요한데 256개 슬라이스가 같은 명령을 동시에 실행하는 구조에서 값에 따른 분기는 쓸 수 없다. (2)는 타일이 작아져 재사용률이 떨어진다.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vISA에서 패딩은 매핑 표현식의 # 연산자다. axes![C=13, D=61]에서 m![C, D # 64]는 각 행을 64원소로 늘려 정렬을 맞춘다. 행당 3개가 낭비되지만 DMA 엔진의 64바이트 경계 요구를 만족한다.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주소 매핑으로 확인하면 명확하다 — E::map(60) = (C:0, D:60)이지만 E::map(61), E::map(62), E::map(63)은 전부 None이다. 즉 그 칸은 '유효한 텐서 원소가 아니다'.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그런데 None은 '없다'는 뜻이지 '0이다'는 뜻이 아니다. 그 메모리에는 이전에 뭐가 쓰였든 그대로 남아 있다. 다음 장이 이 문제다.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타일링은 '나눠떨어짐'을 전제로 한다. 현실의 shape는 나눠떨어지지 않는다. 그래서 패딩한다.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패딩 칸은 쓰레기값이다 — 세 종류의 패딩과 마스킹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vISA는 패딩 칸의 '내용'까지 타입에 적어 추적한다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m![A # m]      // top padding. 접근 가능하지만 값은 임의(쓰레기).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       // #{*} 로도 쓴다. 생 DM 텐서가 이걸 달고 다닌다.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m![A #{0} m]   // zero-filled padding. 접근 가능하고 0이 보장된다.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       // Fetch Adapter의 masking 단계가 # m 을 이걸로 바꾼다.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m![A #{!} m]   // bottom padding. 접근 자체가 정의되지 않음(UB).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       // 컴파일러가 '건드리면 안 되는 주소'를 표현할 때 쓴다.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마스킹: 쓰레기값을 0으로 덮어써서 타입을 좁힌다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A # 64  --(fetch_mask)--&gt;  A #{0} 64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인자가 없다. 입력과 출력 매핑의 차이에서 컴파일러가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FetchMaskConfig(last_axis, valid_count_dim, rightmost_valid_count)를 유도한다.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왜 문제가 되는가: Σ에 들어가는 항이 하나라도 쓰레기면 합이 통째로 오염된다. max 축약이면 쓰레기 하나가 최대값을 차지해버린다.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왜 0인가: 덧셈의 항등원이 0이므로, 패딩 칸을 0으로 채우면 축약 결과가 패딩 없는 경우와 정확히 같아진다. 곱셈 축약이면 1로, max면 −∞로 채워야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왜 패딩이 애초에 생기는가: Tensor Unit 내부 데이터패스가 32바이트 flit(32비트 원소 8개) 고정 폭이라, 크기가 안 맞는 축은 반드시 올림된다. 63은 64로 올라간다.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vISA의 강점이 여기서 드러난다 — '이 칸이 쓰레기인지 0인지'가 주석이 아니라 타입이다. 마스킹을 빼먹으면 컴파일러가 타입 불일치로 잡아준다.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발상이 트랜스포머의 causal mask에도 쓰인다. if로 미래 토큰을 거르는 대신 −3.4e38을 주입해 exp 후 0이 되게 만든다. 분기 대신 항등원을 쓰는 것이다.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덧셈 축약에서 쓰레기값 하나가 섞이면 결과 전체가 틀어진다. 그래서 패딩 칸은 리듀스 전에 0으로 덮어야 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패딩 양이 성능을 정한다 — A=65, f8 사례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966"/>
                <a:gridCol w="1939972"/>
                <a:gridCol w="2327966"/>
                <a:gridCol w="446193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패딩 (dummy)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fetch_size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 사이클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메모리 낭비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24 바이트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14 B (9.7%) — Good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16 바이트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30 B (18.8%) — Moderate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바이트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46 B (26.1%) — Poor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 바이트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62 B (32.3%) — Best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패딩 8바이트를 더 넣었더니 22 사이클이 6 사이클이 됐다. 아끼는 게 항상 이기는 게 아니다.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나눠떨어지지 않으면 패딩이 생긴다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그리고 패딩 칸은 반드시 계산에서 빼야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548640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원소 13개를 레인 8개 단위로 처리해야 한다면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844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7248" y="2240280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34056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2734056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2734056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4208" y="2734056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9968" y="2734056"/>
            <a:ext cx="365760" cy="36576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95728" y="2734056"/>
            <a:ext cx="365760" cy="365760"/>
          </a:xfrm>
          <a:prstGeom prst="rect">
            <a:avLst/>
          </a:prstGeom>
          <a:solidFill>
            <a:srgbClr val="F3D9D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734056"/>
            <a:ext cx="365760" cy="365760"/>
          </a:xfrm>
          <a:prstGeom prst="rect">
            <a:avLst/>
          </a:prstGeom>
          <a:solidFill>
            <a:srgbClr val="F3D9D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27248" y="2734056"/>
            <a:ext cx="365760" cy="365760"/>
          </a:xfrm>
          <a:prstGeom prst="rect">
            <a:avLst/>
          </a:prstGeom>
          <a:solidFill>
            <a:srgbClr val="F3D9D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2286000"/>
            <a:ext cx="42062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그룹 1 — 8개 전부 실제 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2788920"/>
            <a:ext cx="49377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그룹 2 — 5개만 진짜, 3개는 패딩(임의값)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502152"/>
            <a:ext cx="11057839" cy="84124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73152" tIns="109728" bIns="36576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패딩 칸에는 임의의 값이 들어 있다. 0 이 아니다.</a:t>
            </a:r>
          </a:p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그대로 더하면 답이 틀린다. 그래서 하드웨어가 "이 flit 에서 앞의 몇 개가 진짜인가"를 세어 알려주는 장치가 필요하다 — 그것이 VCG(Valid Count Generator)다.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507992"/>
            <a:ext cx="1105783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 매핑에서 패딩은 `#` 연산자로 명시한다. m![A # 8] 은 "A 를 8의 배수로 채운다"는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실측: 부분 충전 그룹을 HBM 출력 타입에 그대로 노출하는 패턴은 컴파일 단계에서 거부된다. 실패값 228/232/240 이 정확히 7×32 + 4×레인 수와 맞는다.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레인을 8개 미만으로 쓰는 것 자체는 금지가 아니다. MNIST 커널은 m![1] 로 실기에서 정상 동작한다.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패딩은 공짜가 아니다. 채운 만큼 연산기가 헛돌고, 빼는 것을 잊으면 답이 틀린다.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타일링이 어긋나면 ① — 정렬 위반과 뱅크 충돌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HBM 미정렬 읽기: 256바이트 경계를 넘는 읽기는 NoC 전송이 두 번 필요하다. 대역폭이 사실상 절반이 된다(2배 벌칙).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HBM 미정렬 쓰기: 훨씬 심각하다. DMA 패킷은 내부적으로 256바이트 트랜잭션으로 쪼개지는데, 마지막 자투리는 read-modify-write가 된다. 256바이트를 읽고 일부만 고쳐 다시 쓰므로 약 50배 느리다.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예: 2,800바이트 패킷은 256B × 10개 + 240B 한 개로 쪼개지고, 그 240B가 RMW를 유발한다.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HBM 뱅크 충돌: 뱅크는 한 번에 한 행만 열어둔다. 같은 뱅크의 다른 행을 연달아 접근하면 행을 닫고 여는 데 40~50 ns(1.5GHz에서 60~75 사이클)가 든다. 이미 열린 행 대비 30~40배다.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타일링과의 연결: 타일의 stride가 뱅크 인덱스와 공진하면 모든 접근이 같은 뱅크로 몰린다. 타일 폭을 2의 거듭제곱으로만 고집하면 이 함정에 걸리기 쉽다.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 쪽 규칙: 책의 규칙표는 클러스터당 2개의 DMN을 번갈아 접근하라고 적는다. 안 하면 대역폭 50%를 잃는다. 슬라이스도 DMN당 32개에 고루 뿌려야 커맨드 큐 경쟁이 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 뱅크 구조: 슬라이스당 뱅크 16개, 각 8바이트 폭 → 128 B/cycle. 주소 비트 3~6이 뱅크 번호라, 연속된 128바이트가 16개 뱅크에 자동으로 흩어진다. 순차 스캔은 공짜로 병렬화되지만 stride 접근은 그렇지 않다.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 경계가 하드웨어 경계와 어긋나면 느려지는 정도가 아니라 30~50배 느려진다.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타일링이 어긋나면 ② — 뱅크 기아와 부분 충전 레인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뱅크 기아(bank starvation): DM 컨트롤러는 우선순위가 있다 — main fetch &gt; main commit &gt; sub fetch &gt; sub commit &gt; DMA. DMA가 꼴찌다.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높은 우선순위 엔진이 같은 뱅크를 계속 두드리면 DMA 요청이 큐에서 못 나간다. NoC는 4,096 사이클 안에 응답이 없으면 트랜잭션이 죽었다고 판단한다.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복구 수단이 없다. 유일한 복구는 클러스터 도메인 전체 리셋이며, 모든 계산 상태를 잃고 처음부터 다시 초기화해야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규칙: 같은 뱅크를 64회 이상 연속 접근하지 마라. 유도식은 (TDMA_IO_BYTE/DMN_IO_BYTE) × 최대연속접근 × DMN_SIZE &lt; 4096, 즉 (256/128) × X × 32 &lt; 4096 → X &lt; 64다.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누적 규칙이라는 게 함정이다. main 30회 + sub 20회 + DMA 1회 = 51회는 안전하지만, main 30 + sub 35 + DMA 1 = 66회는 기아를 유발한다. 컴파일러는 명령 하나하나는 64 미만으로 유지하지만 여러 명령이 동시에 돌 때의 합계는 막지 못한다.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실무 관찰 — 타일링이 오히려 방패다. 책은 'sub 컨텍스트는 순차 주소를 쓰고 타일링이 같은 뱅크 접근을 막아준다'고 적는다. 제대로 된 타일링은 성능 최적화이자 안전장치다.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부분 충전 레인(partially filled lane): 타일이 레인 8개를 꽉 채우지 못하면 마지막 레인 그룹이 반만 찬다. 실기 컴파일에서 이 경우 incorrect buffer size 오류가 났다 — 부분 충전된 레인 그룹의 꼬리 패딩을 DRAM 크기 계산이 누락했기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실기 통계로 보면 이게 예외가 아니다. 예제 커널 200개 중 63개가 실기 컴파일에 실패했고, 반복되는 사유가 not aligned by 8, tail_size % min_align, incorrect buffer size 셋이다. 전부 정렬 문제다.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최악은 느려지는 게 아니다. 클러스터 전체가 리셋되어 계산 상태를 전부 잃는다.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실측이 말하는 것 — 타일을 잘 잘라도 비용은 이동이 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사례 커널: DeltaNet 상태 갱신 S[k,v] = Σ_c Kt[k,c]·Dt[v,c]. 매핑은 Slice = m![K/32, V/32]로, 슬라이스마다 32×32 출력 타일을 맡는 전형적인 공간 타일링이다.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스케줄 덤프(7 인스트럭션, span 80,446 cycle) 분해: DmaLoad 3,118 + DmaLoad 3,020 + Sub 775 + Main 777 + DmaStore 72,731 + Core 600.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DmaStore 하나가 72,731 cycle로 전체의 90.4%다. 실제 연산(Main+Sub+Core)은 2,152 cycle, 2.7%뿐이다.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왜 저장이 그렇게 비싼가: 결과가 DM에서는 슬라이스별 32×32 타일로 흩어져 있는데 HBM 출력은 연속된 m![K, V]다. 한 K 행의 연속된 V가 16개 슬라이스에 걸쳐 있어, 모으는 과정이 곧 레이아웃 변환 저장이 된다. 256바이트 미정렬과 행 전환이 여기서 발생한다.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양적으로 확인: 옮기는 데이터는 512×512 bf16 = 512 KB. DMA 256 B/cycle이면 이상적으로 2,048 cycle이면 끝난다. 모델값은 72,731 cycle, 약 35.5배 느리다. 이 35배는 책이 말한 뱅크 충돌 30~40배 / 미정렬 쓰기 50배 범위에 정확히 들어온다.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한 커널의 특이점이 아니다. 예제 커널 130개를 전수 덤프하면 DmaEngine 75,464,336 cycle(96.5%), PeCore 2,586,167 cycle(3.3%)이고, 커널별 DMA 비중 중앙값은 82.8%다.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인스트럭션 수로 비용을 가늠하면 틀린다. PeCore가 1,557개로 가장 많은데 사이클은 3.3%뿐이고, DmaEngine은 470개로 96.5%다.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모든 수치는 컴파일러 스케줄 모델의 예측값이지 실기 벽시계 측정이 아니다. 다만 130개 커널에서 재현되므로 경향은 신뢰할 수 있다. 절대값은 상대 비교용으로만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결론: 타일링의 목표를 '연산을 잘 배치하는 것'으로 잡으면 3.3%짜리를 최적화하는 셈이다. 목표는 '이동량과 저장 레이아웃'이어야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스케줄 모델 기준 총 사이클의 96.5%가 DMA다. 연산 코어는 3.3%다.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정리 — 타일링을 고를 때 던지는 다섯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1. 무엇이 안 들어가는가. DM 512 KB/슬라이스인가, VRF 8 KB/슬라이스인가, TRF 8 KB/레인인가. 걸리는 벽마다 자를 축이 다르다.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2. 어느 축을 자를 것인가. 출력축(M, N)을 자르면 결과를 바로 쓸 수 있다. 축약축(K)을 자르면 부분합을 누적할 곳이 필요해진다.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3. 시간인가 공간인가. 유닛이 남으면 공간(Slice/Lane/Packet), 유닛이 다 찼으면 시간(Time)이다. 축약축을 Chip/Cluster에 두면 칩 간 DMA가 끼어 매우 비싸진다.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4. 나눠떨어지는가. 안 떨어지면 패딩하고, 패딩 칸은 축약 전에 항등원으로 마스킹한다. 데이터+패딩이 32바이트 배수가 되게 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5. fetch와 compute가 겹치는가. 안 겹치면 이중 버퍼링을 넣되, 먼저 어느 쪽이 지배적인지 재라. fetch가 지배적이면 버퍼링보다 타일 확대가 먼저다.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다섯 질문의 답이 곧 커널 하나의 설계다. 트랜스포머든 MoE든 DeltaNet이든, 결국 이 질문들의 조합일 뿐이다.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큰 텐서를 다루는 모든 기법은 결국 하나의 질문이다 — 한 번에 안 들어가니 어떻게 쪼개고, 쪼개 부분합을 어떻게 다시 더하는가.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7부로 가는 다리 — vISA에서 타일링은 문법이 아니다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타일 루프 키워드는 없다. 매핑 표현식 한 줄이 타일링 전체를 선언한다.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axes![I = 512, J = 512, K = 64];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= m![I / 32, J / 32];   // ← 이 한 줄이 공간 타일링이다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= m![J % 8];            // ← 이 한 줄이 레인 분배다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시간 타일링이 필요하면:  pub type Time = m![J / 32];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의미: I / 32 는 '타일 개수(격자)', I % 32 는 '타일 안의 위치'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    앞에서 본 i = ii + i_local 분해가 그대로 타입이 된 것이다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컴파일타임 타일 뷰 API도 있다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a_tile = input.tile::&lt;m![B], 1, m![A, 1 # 32]&gt;(b);   // assert_div 로 검사됨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4부 · 타일링 (Tiling)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7부로 가는 다리 — vISA에서 타일링은 문법이 아니다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C나 CUDA에서는 타일 루프를 for로 쓰고 인덱스 산술을 손으로 맞춘다. 틀리면 조용히 잘못된 값이 나온다.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vISA에서는 m![I / 32, J / 32] 같은 매핑 표현식이 곧 타일링 선언이며, 나눠떨어지지 않으면 컴파일타임 assert_div가 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그래서 vISA 커널을 읽을 때 가장 먼저 볼 곳은 상단의 타입 별칭 다섯 줄(Chip, Cluster, Slice, Lane/Time/Packet)이다. 그 다섯 줄이 이 부에서 배운 모든 결정을 담고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 — 타일 루프를 호스트 Rust의 for나 if로 쓰면 실기 컴파일이 죽는다. 실제 오류 메시지는 'visa: Branch conversion is not yet implemented'다. 타일 루프는 매핑 차원이나 SRAM 뷰 타일링으로 표현해야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또한 계산된 타일 오프셋(예: qh = kv_head * GROUP + g)은 SRAM 뷰를 타일링한 루프 위에서만 상수로 folding된다. HBM 뷰를 타일링한 루프는 unroll되지 않아 오프셋이 반드시 단순 스칼라 변수여야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7부에서는 이 매핑 표현식의 문법(Symbol, Pair, Padding, Resize)과 의미(버퍼 인덱스 → 텐서 인덱스 함수)를 정면으로 다룬다. 오늘 배운 타일링은 그 문법의 가장 중요한 응용이다.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 크기가 틀리면 런타임이 아니라 빌드에서 실패한다. 이것이 vISA가 타입 시스템에 타일링을 올린 이유다.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RNGD / TCP 하드웨어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Chip · Cluster · Slice · Lane 과 8단계 파이프라인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부에서 다루는 다섯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공간 계층 — Chip / Cluster / Slice / Lane 네 단계. 텐서의 축이 어느 하드웨어 유닛 위에 펼쳐지는지를 정하는 눈금이다.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 계층 — HBM / DM / SPM / TRF / VRF 다섯 종류. 각각 용량, 대역폭, 그리고 '누가 읽는가'가 다르다.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텐서 유닛 파이프라인 — Fetch → Switch → Collect → Contraction → Vector → Cast → Transpose → Commit 여덟 단계. 슬라이스마다 하나씩 돌아간다.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Sequencer — 메모리 버퍼와 패킷 스트림을 잇는 공통 부품. Fetch, Commit, DMA 세 엔진이 전부 이것을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실행 컨텍스트 — main / sub / tdma / pdma. 무엇과 무엇이 동시에 돌 수 있는지를 결정한다.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마지막에 GPU(SM / warp / shared memory)와의 구조 대비표로 정리한다. 익숙한 것에 새 것을 붙여야 기억에 남는다.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하드웨어 계층 — 네 단계의 중첩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122"/>
                <a:gridCol w="4908179"/>
                <a:gridCol w="505253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레벨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개수 (RNGD)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Chip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시스템에 따라 다름 (우리 서버 4장)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최상위 단위. HBM 을 보유한다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Cluster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칩당 2개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256개를 묶는 단위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클러스터당 256개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Unit 하나를 실행한다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Lane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슬라이스당 8개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Engine MAC 배열의 한 행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슬라이스 하나가 텐서 유닛 하나를 실행한다. 이 대응 관계가 RNGD 프로그래밍의 출발점이다.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숫자 감각 — 칩 하나를 다 펼치면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칩 1개 = 클러스터 2개 × 슬라이스 256개 = 슬라이스 512개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슬라이스 512개 × 레인 8개 = 레인 4,096개. 즉 칩 하나에 MAC 배열의 행이 4,096줄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텐서 유닛도 512개다. 슬라이스 하나에 텐서 유닛 하나이므로, 칩 하나 안에서 여덟 단계 파이프라인이 512벌 동시에 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우리 서버는 RNGD 4장이므로 슬라이스 2,048개, 레인 16,384개다. 문서의 Fetch Engine 절도 4칩 시스템을 '총 2,048 슬라이스'로 예시한다.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숫자가 코드에 어떻게 나타나는가: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axes![A = 2048] 인 벡터를 m![A / 8 # 256] 로 슬라이스에 매핑하면 2048 / 8 = 256 개의 슬라이스 인덱스가 나온다. 슬라이스 하나가 원소 8개를 맡는다.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GEMM 예제는 type Slice = m![I / 32, J / 32] (I=J=512) 로 16 × 16 = 256 슬라이스 격자를 만들고, 슬라이스 하나가 출력의 32 × 32 타일을 계산한다. 검산: 256 × 1024 = 262,144 = I × J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·  주의 — 벤더 예제 gemm_kernel.rs 의 주석은 이 타일을 '16 × 16' 이라 적었는데 이는 오류다. 16 × 16 은 슬라이스 격자 크기이고 타일은 32 × 32 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칩 1개 = 슬라이스 512개 = 레인 4,096개. 서버 전체(4장)로는 슬라이스 2,048개, 레인 16,384개.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계층은 타입 안에 그대로 적힌다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axes![A = 2048] 일 때의 DM 텐서 타입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DmTensor&lt;bf16, m![1], m![1 # 2], m![A / 8 # 256], m![A % 8]&gt;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           ^Chip   ^Cluster    ^Slice           ^Element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m![1]          : 칩 1개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m![1 # 2]      : 클러스터 2개 중 1개만 사용 (나머지 1개는 패딩)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m![A / 8 # 256]: 2048 / 8 = 256 개 슬라이스에 분산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m![A % 8]      : 슬라이스 안에 원소 8개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검산: 256 슬라이스 × 8 원소 = 2048 =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m![] 안의 연산자 세 개가 분산을 만든다. / 는 스트라이드로 나눠 바깥(블록) 인덱스를 주고, % 는 안쪽 위치를 주고, # 는 하드웨어 유닛 개수에 맞춰 패딩한다.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결과적으로 축 A 의 각 원소는 '어느 칩의 어느 클러스터의 어느 슬라이스의 몇 번째 자리'로 정확히 한 곳에 대응된다. 애매한 곳이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이것이 vISA 가 GPU 와 근본적으로 다른 지점이다. CUDA 에서 데이터가 어느 SM 의 shared memory 에 있는지는 실행 중에 정해지지만, vISA 에서는 타입이 컴파일 시점에 못 박는다.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원소 크기 제약도 여기서 걸린다. Element::SIZE × size_of::&lt;D&gt;() 가 슬라이스당 512KB(DM), 레인당 8KB(TRF), 슬라이스당 8KB(VRF)를 넘으면 컴파일 에러다.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우리 서버 실측 — 문서 값과 대조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8"/>
                <a:gridCol w="4128260"/>
                <a:gridCol w="471801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문서 (책/사양)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우리 서버 실측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카드 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시스템에 따라 다름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 4장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펌웨어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(문서에 없음)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2026.3.0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카드당 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칩당 48 GB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47.5 GiB 가용 (4장 합계 190 GiB)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카드당 코어(PE)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(vISA 는 Cluster 2개로 기술)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PE (4장 합계 32 PE)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유휴 상태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(문서에 없음)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약 35 ℃ / 38 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드라이버가 말하는 8 PE 와 vISA 가 말하는 2 Cluster 는 같은 칩을 보는 다른 눈금이다.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슬라이스 하나 = 텐서 유닛 하나. 칩 하나 안에서 같은 파이프라인이 512벌 동시에 돈다.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메모리 계층 — 다섯 종류, 다섯 용도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784"/>
                <a:gridCol w="3685946"/>
                <a:gridCol w="626610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타입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용량 (RNGD)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누가 쓰는가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HbmTensor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칩당 48 GB, 1.5 TB/s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가중치·활성값 장기 저장. DMA Engine 만 접근한다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DmTensor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칩당 256 MB, 슬라이스당 512 KB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연산의 주 작업 메모리. Fetch 가 읽고 Commit 이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SpmTensor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크기 미정, 칩당 2 TB/s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재사용 잦은 작은 값. 컴파일러가 관리, API 미노출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TrfTensor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레인당 8 KB (슬라이스당 8레인)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Engine 이 매 사이클 읽는 정지 피연산자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VrfTensor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슬라이스당 8 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Engine 이 매 사이클 읽는 피연산자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HBM 은 DMA 만, DM 은 Fetch/Commit 이, TRF/VRF 는 Collect 만 채운다. 경로가 하나씩이다.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하드웨어 계층 — Chip · Cluster · Slice · 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우리 서버 기준 실측값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6413547" cy="603504"/>
          </a:xfrm>
          <a:prstGeom prst="rect">
            <a:avLst/>
          </a:prstGeom>
          <a:solidFill>
            <a:srgbClr val="ECF2F9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서버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22576"/>
            <a:ext cx="11057839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6779" y="2276856"/>
            <a:ext cx="44979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· 총 190 GiB HBM · 총 32 코어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12" y="2862072"/>
            <a:ext cx="5387379" cy="603504"/>
          </a:xfrm>
          <a:prstGeom prst="rect">
            <a:avLst/>
          </a:prstGeom>
          <a:solidFill>
            <a:srgbClr val="DCE9F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035808"/>
            <a:ext cx="11057839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3695" y="2990088"/>
            <a:ext cx="5011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카드 1장 = 칩 1개 · HBM 47.5 GiB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57231" y="3575304"/>
            <a:ext cx="4232941" cy="603504"/>
          </a:xfrm>
          <a:prstGeom prst="rect">
            <a:avLst/>
          </a:prstGeom>
          <a:solidFill>
            <a:srgbClr val="CBDFF6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49040"/>
            <a:ext cx="11057839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6476" y="3703320"/>
            <a:ext cx="55882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칩당 2개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4450" y="4288536"/>
            <a:ext cx="3078502" cy="603504"/>
          </a:xfrm>
          <a:prstGeom prst="rect">
            <a:avLst/>
          </a:prstGeom>
          <a:solidFill>
            <a:srgbClr val="B8D4F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62272"/>
            <a:ext cx="11057839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9256" y="4416552"/>
            <a:ext cx="616551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클러스터당 256개 → 칩당 512개. 슬라이스 1개 = 텐서 유닛 1개 · DM 512 KB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1669" y="5001768"/>
            <a:ext cx="1924064" cy="603504"/>
          </a:xfrm>
          <a:prstGeom prst="rect">
            <a:avLst/>
          </a:prstGeom>
          <a:solidFill>
            <a:srgbClr val="A4C8F0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75504"/>
            <a:ext cx="11057839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037" y="5129784"/>
            <a:ext cx="67427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슬라이스당 최대 8개 → 칩당 4096개. MAC 배열의 한 행 · TRF 8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Chip / Cluster / Slice / Lane 은 '공간 차원'이다. 매핑에서 이 네 축에 텐서를 어떻게 펼칠지 직접 적는다.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데이터는 이 순서로만 흐른다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DMA 가 HBM 에서 DM 을 채운다 → Fetch 가 DM 에서 텐서 유닛으로 스트리밍한다 → Collect 가 그 스트림을 TRF / VRF 에 쓴다 → Contraction / Vector 가 TRF / VRF 에서 직접 읽는다 → Commit 이 결과를 DM 으로 되쓴다 → DMA 가 DM 에서 HBM 으로 내린다.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여섯 단계 중 어느 하나도 하드웨어가 알아서 해주지 않는다. 전부 코드에 적어야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SPM 은 이 흐름의 옆에 붙어 있다. 커널이 필요로 하지만 매번 다시 가져오고 싶지는 않은 작은 데이터를 위한 컴파일러 제어 준비 영역이다.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이동 엔진은 정확히 셋뿐이다: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Fetch — DM → 텐서 유닛 스트림. 슬라이스마다 시퀀서가 독립적으로 돌며 각자 자기 DM 파티션을 읽는다. 그래서 Chip / Cluster / Slice 매핑이 보존된다.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Commit — 텐서 유닛 스트림 → DM. Fetch 의 역이며 역시 슬라이스별로 독립이다.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DMA — DM, SPM, HBM 중 임의의 쌍. 텐서 유닛 파이프라인을 거치지 않고 직접 옮긴다.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'텐서 유닛으로 데이터를 옮긴다'는 표현은 부정확하다. 이동 엔진이 닿는 최하위 계층은 DM 이고, 텐서 유닛 안의 TRF / VRF 는 Collect 가 채운다.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DMA 는 SRAM-to-SRAM 전송에서 SRAM 슬라이스 대역폭을 다 못 쓸 수 있어, DM ↔ DM 은 오히려 Fetch + Commit 조합이 빠른 경우가 많다. 다만 실전에서는 HBM 이 병목이라 이 격차가 잘 드러나지 않는다.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 내부 기하 — 512 KB 는 어떻게 만들어지나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클러스터 2 / 칩, DMN(Data Memory Network) 8 / 클러스터, 슬라이스 32 / DMN, 뱅크 16 / 슬라이스, 행 4,096 / 뱅크, 8바이트 / 행.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검산 1 — 슬라이스 용량: 16 뱅크 × 4,096 행 × 8 B = 524,288 B = 512 KB. 표의 '슬라이스당 512 KB' 가 여기서 나온다.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검산 2 — 슬라이스 개수: DMN 8개 × 슬라이스 32개 = 클러스터당 256 슬라이스. 앞의 계층 표와 정확히 맞는다.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검산 3 — 칩 전체: 512 KB × 512 슬라이스 = 256 MB. 이것이 'DM 칩당 256 MB'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뱅크 16개가 병렬이라 슬라이스 하나가 사이클당 128 B 를 낸다. 주소 비트 0–2 가 바이트, 3–6 이 뱅크, 7–18 이 행이므로 연속된 128 바이트가 16 뱅크에 8바이트씩 흩어진다.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그래서 순차 스캔이 자동으로 병렬 접근이 된다. 반대로 같은 뱅크만 두드리는 패턴은 직렬화된다.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DMN 하나도 128 B/사이클뿐이다(슬라이스 32개가 데이터 경로를 공유). 표준 전송 단위 256 바이트는 DMN 당 두 사이클이 걸리므로, 두 DMN 을 번갈아 써야 클러스터당 256 B/사이클이 나온다.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DMN 인터리빙을 빼먹으면 대역폭이 정확히 절반이 된다. 성능 버그 중 가장 흔한 유형이다.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16 뱅크 × 4,096 행 × 8 B = 512 KB/슬라이스, × 512 슬라이스 = 256 MB/칩.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대역폭과 규칙 위반의 대가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102"/>
                <a:gridCol w="4914595"/>
                <a:gridCol w="505914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메모리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어겼을 때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같은 뱅크 연속 접근 64회 미만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NoC 타임아웃 → 클러스터 전체 리셋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클러스터당 2개 DMN 을 번갈아 사용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대역폭 50% 손실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256바이트 정렬 접근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읽기 2×, 쓰기 약 50× (RMW)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같은 뱅크 안에서 행 전환을 피할 것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30–40× 성능 저하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32개 채널에 분산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병렬성 감소, 스택 비트 누락 시 절반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DM 뱅크 64회 규칙만은 성능 문제가 아니라 안전 문제다. 어기면 클러스터가 리셋되고 연산 상태를 전부 잃는다.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flit 과 packet — 파이프라인의 화폐 단위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flit = 32바이트. Collect Engine 이 만들어내는 정규화된 데이터 묶음이다.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packet = 64바이트 = flit 2개. Contraction Engine 의 Outer 단계가 받는 단위다. Stream Adapter 가 인접한 32바이트 flit 두 개를 짝지어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Collect 아래의 모든 엔진(Contraction, Vector, Cast, Transpose, Commit Adapter, Commit)은 정확히 32바이트 flit 위에서만 동작한다. 그래서 Collect 는 사실상 생략할 수 없는 단계다.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Collect 가 하는 일은 두 단계뿐이다: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Pad — 다음 32바이트 경계까지 0 으로 채운다. 이미 32B 정렬이면 생략한다.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Split — flit 경계에서 쪼갠다. 안쪽 32B 는 Packet 으로, 바깥 flit 개수는 Time 축으로 흡수된다.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타입별 flit 하나에 들어가는 원소 수: i8 은 32개, bf16 은 16개, f32/i32 는 8개다. 이 산수가 collect::&lt;Time2, Packet2&gt;() 의 타입 파라미터를 결정한다.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32바이트에 안 맞으면 그만큼 대역폭이 그냥 버려진다: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20바이트 패킷 → flit 하나를 12바이트 0 패딩으로 채운다. 12 / 32 = 37.5% 낭비.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40바이트 패킷 → flit 두 개(64바이트)에 걸치고 뒤 24바이트가 0. 24 / 64 = 37.5% 낭비.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용어 주의 — vISA 타입의 Packet 매핑(시간 반복 하나에 슬라이스가 받는 원소 배치)과 위의 '64바이트 packet'(Contraction Outer 단계 단위)은 이름만 같고 층위가 다르다. 두 개념을 잇는 정확한 대응은 문서가 못 박지 않았으므로 각 문맥에서 어느 쪽인지 확인해야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32바이트 flit 이 파이프라인의 화폐 단위다. 여기에 맞지 않는 크기는 전부 낭비로 돌아온다.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flit 과 packet — 데이터가 흐르는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Collect 가 무엇이 들어오든 32바이트로 정규화한다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45720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flit — 32 바이트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5024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9072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71216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4" y="2286000"/>
            <a:ext cx="38404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 i="0">
                <a:solidFill>
                  <a:srgbClr val="16202C"/>
                </a:solidFill>
                <a:latin typeface="Consolas"/>
                <a:ea typeface="Consolas"/>
                <a:cs typeface="Consolas"/>
              </a:rPr>
              <a:t>e7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16352"/>
            <a:ext cx="3072384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fp32 라면 원소 8개 (8 × 4B = 32B)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99432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91456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80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75504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7528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59552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51576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35624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9672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11696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03720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95744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87768" y="2286000"/>
            <a:ext cx="192024" cy="475488"/>
          </a:xfrm>
          <a:prstGeom prst="rect">
            <a:avLst/>
          </a:prstGeom>
          <a:solidFill>
            <a:srgbClr val="E2F4E8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2816352"/>
            <a:ext cx="3072384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bf16 이라면 원소 16개 (16 × 2B = 32B)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154680"/>
            <a:ext cx="54864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packet — 64 바이트 = flit 2개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429000"/>
            <a:ext cx="3072384" cy="438912"/>
          </a:xfrm>
          <a:prstGeom prst="rect">
            <a:avLst/>
          </a:prstGeom>
          <a:solidFill>
            <a:srgbClr val="FDEBD3"/>
          </a:solidFill>
          <a:ln w="12700">
            <a:solidFill>
              <a:srgbClr val="B454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flit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30752" y="3429000"/>
            <a:ext cx="3072384" cy="438912"/>
          </a:xfrm>
          <a:prstGeom prst="rect">
            <a:avLst/>
          </a:prstGeom>
          <a:solidFill>
            <a:srgbClr val="FDEBD3"/>
          </a:solidFill>
          <a:ln w="12700">
            <a:solidFill>
              <a:srgbClr val="B454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flit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8" y="3520440"/>
            <a:ext cx="41148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Contraction Engine 의 Outer 단계가 받는 단위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206240"/>
            <a:ext cx="11057839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Collect Engine 이 임의 크기의 패킷을 32바이트 경계에 맞춰 패딩하고 flit 경계에서 자른다. 그 뒤의 엔진은 전부 flit 만 다룬다.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dtype 이 바뀌면 flit 하나에 담기는 원소 수가 바뀐다. fp32 는 8개, bf16 은 16개, int8 은 32개다.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매핑에서 Packet 차원의 크기를 잘못 잡으면 여기서 어긋난다. 실기 컴파일 실패 메시지에 'Collect time mismatch' 나 'packet mismatch' 가 자주 나오는 이유다.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32바이트 flit 이 이 칩의 데이터 낱알이다. 모든 모양 계산이 이 단위로 맞아떨어져야 한다.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 유닛 8단계 — 각 엔진이 하는 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521"/>
                <a:gridCol w="4447174"/>
                <a:gridCol w="504814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핵심 제약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Fetch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을 읽어 패킷 스트림을 만든다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Packet 8바이트 정렬, Slice 는 안 바뀐다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 Switch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슬라이스를 가로질러 데이터를 옮긴다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링 네트워크. 유일하게 Slice 를 바꾸는 엔진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 Collect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패킷을 32바이트 flit 으로 정규화한다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출력은 정확히 flit 하나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 Contraction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축약(곱-합). einsum, matmul, 컨볼루션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한쪽은 TRF 상주, 다른 쪽은 스트리밍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 Vector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원소 단위·이항·리듀스 연산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i32 / f32 입력만. VRF 를 매 사이클 읽음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 Cast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배치를 동반한 정밀도 변환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출력은 정확히 flit 하나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 Transpose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flit 안에서 원소를 재배열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flit 내부만 가능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 Commit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결과를 DM 에 되쓴다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flit 정렬 쓰기, stride 8바이트 배수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Fetch → Switch → Collect → Contraction → Vector → Cast → Transpose → Commit. 이 순서는 하드웨어에 고정되어 있고 코드가 그 순서를 그대로 따른다.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하필 이 순서인가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Fetch 가 맨 앞 — 텐서 유닛은 HBM 을 직접 계산할 수 없다. 계산의 출발점은 반드시 DM 이고, 슬라이스마다 자기 DM 파티션을 독립적으로 읽으므로 이 단계에서는 Slice 가 바뀔 이유가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Switch 가 두 번째 — 슬라이스 사이의 재배치는 축약보다 먼저 끝나야 한다. 축약은 슬라이스 안에서 로컬로 완결되는 연산이므로, 각 슬라이스가 자기 출력에 필요한 피연산자를 손에 쥔 상태여야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예: GEMV 에서 각 슬라이스가 출력 행 하나를 맡으면, 슬라이스마다 입력 벡터 전체가 필요하다. 축약 전에 벡터를 슬라이스에 브로드캐스트해야 하는 이유다.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9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Switch 는 패킷 내용을 건드리지 않는다(패딩도 reshape 도 없다). 그래서 정규화 전에 두는 것이 자연스럽다.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Collect 가 세 번째 — 아래 엔진 전부가 32바이트 flit 만 소비한다. 슬라이스 배치가 확정된 뒤 한 번만 정규화하면 되므로 여기가 최적의 위치다.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Contraction 이 네 번째 — 축약이 데이터를 가장 크게 줄인다(K 축이 사라진다). 줄인 다음에 원소 단위 연산을 해야 처리량이 산다. 순서를 뒤집으면 없어질 값에 헛일을 하게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Vector 가 다섯 번째 — 축약 결과에 바이어스를 더하고 활성함수를 먹인다. Vector Engine 이 i32 / f32 입력만 받는다는 제약도 Contraction 이 f32 누산기 출력을 낸다는 사실과 맞물린다.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Cast 가 여섯 번째 — 값이 최종 형태가 된 뒤 정밀도를 낮춰야 반올림이 한 번만 일어난다. 중간에 낮추면 오차가 누적된다.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Transpose 가 일곱 번째 — flit 안 재배열은 원소 폭이 확정된 뒤라야 의미가 있다. 캐스트 전에는 flit 당 원소 수가 정해지지 않는다(f32 8개 → bf16 16개).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Commit 이 맨 뒤 — DM 에 쓰면 데이터는 정지 상태가 되고 타입도 TuTensor 에서 DmTensor 로 바뀐다. 파이프라인은 여기서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 — 각 엔진의 기능과 제약은 문서에 명시된 사실이지만, '왜 그 순서인가'의 인과 설명은 그 사실들로부터 강의자가 구성한 해설이다. 문서가 순서를 따로 정당화하지는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줄이고(축약) → 매만지고(벡터) → 좁히고(캐스트) → 늘어놓고(전치) → 쓴다. 데이터가 큰 동안 하는 일이 앞에 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파이프라인이 코드에서 보이는 모습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상수 덧셈 커널 — axes![A = 2048], i32, 256 슬라이스 × 8원소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dm = input.to_dm::&lt;Cluster, Slice, m![A % 8]&gt;(&amp;mut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DMA: HBM → DM. 2048 원소를 256 슬라이스에 8개씩 쪼갠다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result = ctx.main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.begin(dm.view())                        // 파이프라인 입구 (DM 상주 텐서)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.fetch::&lt;m![1], m![A % 8]&gt;()             // Fetch: 8원소 패킷 스트림으로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.collect::&lt;m![1], m![A % 8]&gt;()           // Collect: 8 × i32 = 32B = flit 1개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.vector_init()                           // Vector Engine 진입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.vector_intra_slice_tag(TagMode::Zero)   // 매 사이클 무조건 실행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.vector_fxp(FxpBinaryOp::AddFxp, 1)      // 원소마다 +1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.vector_final()                          // Vector Engine 퇴장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.commit_trim::&lt;m![A % 8]&gt;()              // 커밋 폭으로 절단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.commit::&lt;m![A % 8]&gt;();                  // Commit: 스트림 → DM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result.to_hbm(&amp;mut ctx.tdma)                 // DMA: DM → HBM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8단계 중 네 개(Fetch, Collect, Vector, Commit)만 등장한다. Switch, Contraction, Cast, Transpose 는 이 커널에 필요 없으므로 체인에서 빠졌다.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i32 원소 8개 = 32바이트 = 정확히 flit 하나다. 그래서 Collect 가 패딩도 분할도 하지 않고 그대로 통과시킨다. 낭비 0%.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맨 앞과 맨 뒤의 to_dm / to_hbm 은 텐서 유닛 밖이다. ctx.tdma 라는 다른 컨텍스트를 쓴다는 점에 주목하라.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0.4 API 에서는 to_dm, to_hbm, commit 에 주소 인자가 없다. 배치가 자동 지정되며, 명시적 제어가 필요하면 to_dm_at(addr), commit_at(addr) 같은 _at 변형을 쓴다. 0.3 코드는 주소 인자를 넘기므로 그대로 컴파일되지 않는다.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텐서 유닛 8단계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슬라이스마다 이 파이프라인이 하나씩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14600"/>
            <a:ext cx="1302220" cy="141732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Fetch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DM에서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스트림으로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9148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960588" y="2514600"/>
            <a:ext cx="1302220" cy="141732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Switch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슬라이스 사이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분배·전치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0588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62808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54248" y="2514600"/>
            <a:ext cx="1302220" cy="141732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Collect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32B flit로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정규화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4248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56468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747908" y="2514600"/>
            <a:ext cx="1302220" cy="141732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Contraction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곱-합 축약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(TRF 읽음)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7908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50128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41568" y="2514600"/>
            <a:ext cx="1302220" cy="141732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Vector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원소 단위 연산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(VRF 읽음)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568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43787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35227" y="2514600"/>
            <a:ext cx="1302220" cy="141732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Cast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dtype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5227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7447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928887" y="2514600"/>
            <a:ext cx="1302220" cy="141732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Transpose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flit 안 전치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8887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231107" y="3223260"/>
            <a:ext cx="91440" cy="0"/>
          </a:xfrm>
          <a:prstGeom prst="line">
            <a:avLst/>
          </a:prstGeom>
          <a:ln w="1778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0322547" y="2514600"/>
            <a:ext cx="1302220" cy="1417320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Commit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DM에 쓰기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22547" y="224028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133088"/>
            <a:ext cx="1367331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206240"/>
            <a:ext cx="1367331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DM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22547" y="4133088"/>
            <a:ext cx="13022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22547" y="420624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DM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47908" y="4133088"/>
            <a:ext cx="13022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4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7908" y="420624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TRF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1568" y="4133088"/>
            <a:ext cx="13022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4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1568" y="4206240"/>
            <a:ext cx="13022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VRF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00016"/>
            <a:ext cx="11057839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순서가 고정돼 있다. 소프트웨어는 필요한 단계만 이어 붙이고 나머지는 건너뛴다. 순서를 바꿀 수는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Switch만 슬라이스 경계를 넘는다. 나머지는 전부 자기 슬라이스 안에서만 움직인다.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Collect가 어떤 크기의 패킷이든 32바이트 flit로 정규화한다. 뒤의 엔진들은 flit만 소비한다.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파이프라인이 vISA 프로그래밍의 뼈대다. 커널을 쓴다는 것은 이 8단계를 어떻게 통과시킬지 적는 일이다.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Sequencer — 모든 이동의 공통 심장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Sequencer 는 메모리 버퍼를 패킷 스트림으로 읽고, 패킷 스트림을 메모리로 되쓰는 부품이다. 반복을 구동하는 것이 본업이다.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Fetch Engine 과 Commit Engine 은 각각 시퀀서 하나로 DM 을 주소 지정한다. DMA Engine 은 읽기 시퀀서와 쓰기 시퀀서를 사슬로 이어 중간 버퍼 없이 DM ↔ SPM ↔ HBM 사이를 옮긴다.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 엔진이 겉보기에 다른 API 를 갖지만 내부는 같은 부품이다. 그래서 셋의 성능 규칙이 서로 닮아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프로그래머가 고르는 것은 두 가지뿐이다: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Time — 시간 매핑. 어느 축을 몇 번 반복할지, 즉 루프의 겹을 정한다.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Packet — 공간 매핑. 반복 한 번에 몇 개를 한꺼번에 집을지를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컴파일러가 이 선택을 하드웨어가 실행할 중첩 루프 설정(Config)으로 낮춘다. 형태는 [size_0 : stride_0, size_1 : stride_1, ...] : packet_size 이고 아래첨자 0 이 가장 바깥 루프다.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엔트리 하나 = 루프 한 겹이다. size 는 반복 횟수, stride 는 반복 사이에 건너뛸 원소 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읽기는 브로드캐스트를 허용한다(Buf 에 없는 축은 stride 0 으로 같은 주소를 반복 방문). 쓰기는 브로드캐스트를 거부한다 — 버퍼의 각 칸은 소스가 정확히 하나여야 하기 때문이다.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Fetch, Commit, DMA 는 서로 다른 엔진이 아니라 같은 Sequencer 를 다른 곳에 붙인 것이다.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Sequencer Config — 실제로 어떤 루프가 되는가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m![N, C, H, W] 버퍼(N=4, C=3, H=8, W=8)를 Time=m![W, H, C, N], Packet=m![1] 로 읽기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컴파일러가 만든 설정: [8 : 1, 8 : 8, 3 : 64, 4 : 192] : 1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W -&gt; size 8, stride 1     (가장 바깥 루프)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H -&gt; size 8, stride 8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C -&gt; size 3, stride 64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N -&gt; size 4, stride 192   (가장 안쪽 루프)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하드웨어는 이것을 중첩 루프로 실행한다: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w in 0..8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for h in 0..8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c in 0..3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for n in 0..4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let addr = 1*w + 8*h + 64*c + 192*n;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        // yield buf[addr];   // 스트림으로 흘려보낸다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stride 는 그 축이 원본 버퍼에서 차지하는 부피에서 나온다. W 는 8개 연속이므로 H 의 stride 가 8, H×W = 64 이므로 C 의 stride 가 64, C×H×W = 192 이므로 N 의 stride 가 192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버퍼는 NCHW 순서인데 스트림은 WHCN 순서로 훑는다. 축 전치가 별도 연산이 아니라 stride 계산으로 흡수된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Packet = m![1] 이므로 packet_size = max_access_size = 1 이고, 루프 반복마다 DM 접근을 한 번씩 낸다. 4 × 3 × 8 × 8 = 768 회다. 극단적으로 비효율적인 선택이다.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Config 가 쓰기에도 그대로 쓰인다. Commit 은 이 루프의 yield 자리를 대입으로 바꾼 것뿐이다.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0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엔트리가 8개를 넘으면 컴파일러가 물리적으로 연속인 인접 쌍을 병합한다. (n1 : s1) 과 (n2 : s2) 는 s1 == n2 × s2 일 때 (n1 × n2 : s2) 로 합쳐진다. 병합해도 8개 아래로 못 내려가면 컴파일 에러다.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Sequencer 한도와 사이클 공식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하드웨어 한도 — 넘으면 컴파일 에러다: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엔트리 최대 8개. 즉 중첩 루프는 여덟 겹까지다.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엔트리당 반복 횟수 size ≤ 65,536.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패킷 크기는 1, 2, 4, 8, 16, 32 바이트 중 하나여야 한다(원소 개수가 아니라 바이트 기준이다).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가장 안쪽 엔트리는 연속 접근이거나(stride 0 또는 1, 그리고 n % packet_size == 0) 단일 원소 패킷이어야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접근 크기: max_access_size = gcd(Packet::SIZE, contiguous_run). contiguous_run 은 물리적으로 연속인 가장 안쪽 구간의 원소 수다. 대부분은 패킷이 DM 에서 완전히 연속이라 max_access_size == Packet::SIZE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사이클 공식 — 컴파일러 스케줄 모델 기준이다: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Fetch: cycles = Time::SIZE × (Packet::SIZE / read_size). main 컨텍스트의 read_size 는 max_access_size 의 약수 중 바이트 크기가 1/2/4/8/16/32 가 되는 최대값이고, sub 컨텍스트는 8바이트로 고정이다.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Commit: cycles = Time::SIZE × (valid_size / write_size). main 에서는 valid_size == write_size 라 패킷당 1사이클이다.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패킷을 2의 거듭제곱으로 패딩하면 read_size 가 커져 사이클이 줄어든다. 문서의 30바이트 텐서(f8e4m3, axes![A=3, B=5, C=2]) 예제: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Packet = m![C # 8] (8바이트) → 15 사이클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Packet = m![[B, C] # 16] (16바이트) → 3 사이클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Packet = m![[A, B, C] # 32] (32바이트) → 1 사이클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데이터, 같은 결과, 15배 차이다. 패딩이 실제 데이터 너머를 읽지만 패딩 값은 계산에 영향을 주지 않으므로 안전하다.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Time 과 Packet 을 어떻게 나누느냐가 사이클 수를 15배까지 바꾼다. 계산량은 그대로인데도.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실행 컨텍스트 — API 4종, 하드웨어 3종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커널 코드에서 만나는 컨텍스트는 넷이다: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ctx.main — 커널의 주 연산. 텐서 유닛의 모든 엔진을 구동할 수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ctx.sub — 같은 파이프라인의 부분집합. 보통 main 이 계산하는 동안 피연산자를 TRF / VRF 로 프리페치한다. Contraction Engine 을 비롯한 일부 기능은 못 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ctx.tdma — Tensor DMA. 온칩 전송 전부(HBM ↔ HBM, HBM ↔ DM, DM ↔ DM)를 맡는다.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ctx.pdma — PCIe DMA. 호스트 ↔ HBM 전용이며 별도의 물리 엔진이다. async 연산이고 대역폭은 30 B/사이클이다.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반면 스케줄러가 보는 하드웨어 실행 컨텍스트는 셋이다: Main, Sub, DMA. 문서가 '하드웨어는 세 개를 노출한다'고 명시한다.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tdma 와 pdma 는 같은 'DMA' 개념의 두 물리 엔진이고, pdma 는 호스트 경계를 넘는 별개 하드웨어라 온칩 스케줄과 성질이 다르다. API 4종 / 하드웨어 3종의 어긋남은 여기서 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컨텍스트 안의 연산은 직렬화되고, 다른 컨텍스트끼리는 병렬로 실행된다. 이것이 vISA 병렬성의 전부다.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main 이 아직 sub 가 가져오는 중인 피연산자를 필요로 하면, main 은 자동으로 sub 를 기다린다. 동기화 코드를 직접 쓰지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타입 시그니처의 const-generic Tu 가 텐서가 어느 컨텍스트를 흐르는지 표시한다({ Tu::Main } 또는 { Tu::Sub }).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코드에는 컨텍스트가 4개, 스케줄러 눈에는 3개다. 헷갈리면 '동시에 돌 수 있는 것이 몇 종류인가'로 세라.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컨텍스트 병렬성과 더블 버퍼링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전형적인 겹침: main 이 현재 배치를 계산하는 동안 sub 가 다음 배치를 TRF 로 프리페치하고, 그 사이 DMA Engine 이 HBM 과 DM 사이로 대량 데이터를 옮긴다. 세 가지가 동시에 진행된다.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더블 버퍼링이 하드웨어에 근거를 두는 이유: TRF 저장소가 각 뱅크를 FirstHalf 와 SecondHalf 로 나누므로, main 과 sub 가 경합 없이 서로 다른 반쪽을 향할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반복마다 두 반쪽을 맞바꾸는 것이 표준 패턴이다. sub 와 main 이 서로 다른 TRF 반쪽(WAR 해저드 없음)과 서로 다른 하드웨어 자원(자원 충돌 없음)을 건드리므로 스케줄러가 자동으로 겹친다.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VRF 는 반쪽 분할을 강제하지 않는다. 슬라이스당 8 KB 를 여러 텐서에 자유롭게 나눌 수 있고, 더블 버퍼링이 필요하면 커널 작성자가 겹치지 않는 영역을 직접 할당한다.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병렬성을 막는 것 두 가지: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자원 충돌 — 일부 엔진은 한 번에 한 컨텍스트만 구동할 수 있는 스케줄링 단위를 이룬다. Vector Engine 과 Cast Engine 이 한 단위다. sub 가 Vector 를 쓰고 있으면 main 은 Cast Engine 대신 Commit Adapter 의 타입 캐스팅 단계로 우회해 직렬화를 피한다.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메모리 의존 — 같은 주소에 대한 읽기/쓰기는 RAW, WAR, WAW 의존을 만든다. 스케줄러가 주소를 분석해 자동으로 대기시키고, 의존을 어기는 재정렬은 결코 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스케줄러는 결과가 순차 실행과 정확히 같도록 보존하면서 사이클만 줄인다. MNIST 예제에서는 바이어스 전치를 matmul 앞으로 당겨 긴 입력 페치와 겹치게 만든다.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 뱅크 우선순위 — 성능이 아니라 안전 문제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DM 컨트롤러의 요청 우선순위는 고정이다: main Fetch &gt; main Commit &gt; sub Fetch &gt; sub Commit &gt; DMA.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DMA 가 가장 낮다. 정상 동작에서는 연산 엔진이 데이터에 먼저 닿아야 하므로 합리적인 배치다.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그러나 높은 우선순위 엔진이 같은 뱅크를 계속 두드리면 DMA 요청이 큐에서 전진하지 못한다. 우선순위 역전이다.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Tensor DMA 는 NoC 허브를 거치는데, 각 포트는 4,096 사이클 안에 요청을 확인응답해야 한다. 넘으면 NoC 프로토콜이 그 트랜잭션을 죽은 것으로 선언하고 예외 상태로 들어간다.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복구 수단은 클러스터 도메인 전체 리셋뿐이다. 모든 연산 상태를 잃고 완전 재초기화가 필요하다.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64회 규칙이 있다. Fetch 와 Commit 은 DMA 가 활성인 동안 같은 뱅크에 64회 이상 연속 접근해서는 안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유도식: (TDMA_IO_BYTE / DMN_IO_BYTE) × Max_Consecutive_Access × DMN_SIZE &lt; 4096, 여기에 256 / 128 = 2 와 DMN_SIZE = 32 를 넣으면 Max_Consecutive_Access &lt; 64 가 나온다.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한도는 누적이다. 모든 엔진의 접근 총합이 64 미만이어야 한다. main 30 + sub 20 + DMA 1 = 51 은 안전하지만, main 30 + sub 35 + DMA 1 = 66 은 기아를 유발한다.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컴파일러는 개별 커맨드를 64회 미만으로 유지하지만, 여러 커맨드가 동시에 돌 때의 총합까지는 막지 못한다. 위험을 감지하면 그 연산이 DMA 를 점유하는 것처럼 스케줄링해 동시 실행을 차단한다 — 병렬성을 희생하고 안전을 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main 이 sub 를 굶기는 경우는 덜 심각하다. NoC 타임아웃 없이 처리 시간만 늘어난다. 최악은 총 시간 = main + sub, 이상적인 경우는 max(main, sub) 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같은 뱅크 64회 연속 접근은 성능 저하가 아니라 하드웨어 리셋을 부른다. 강한 제약으로 다뤄라.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메모리 계층 — 위로 갈수록 작고 빠르다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실제 수치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7430" y="2084832"/>
            <a:ext cx="2236275" cy="566928"/>
          </a:xfrm>
          <a:prstGeom prst="rect">
            <a:avLst/>
          </a:prstGeom>
          <a:solidFill>
            <a:srgbClr val="B9D5F5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TRF  (Tensor Register File)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5375" y="2139696"/>
            <a:ext cx="11430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 KB /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095" y="2103120"/>
            <a:ext cx="3090672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Contraction Engine의 정지 피연산자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4339" y="2743200"/>
            <a:ext cx="2762457" cy="566928"/>
          </a:xfrm>
          <a:prstGeom prst="rect">
            <a:avLst/>
          </a:prstGeom>
          <a:solidFill>
            <a:srgbClr val="C7DEF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VRF  (Vector Register 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5375" y="2798064"/>
            <a:ext cx="11430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 KB / 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095" y="2761488"/>
            <a:ext cx="3090672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Vector Engine이 매 사이클 읽는다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6611" y="3401568"/>
            <a:ext cx="4077913" cy="566928"/>
          </a:xfrm>
          <a:prstGeom prst="rect">
            <a:avLst/>
          </a:prstGeom>
          <a:solidFill>
            <a:srgbClr val="D6E7FA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DM  (Data Memory, 온칩 SRAM)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5375" y="3456432"/>
            <a:ext cx="11430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512 KB / slice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095" y="3419856"/>
            <a:ext cx="3090672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커널의 주 작업 메모리. 여기에 타일을 올린다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6201" y="4059936"/>
            <a:ext cx="4998732" cy="566928"/>
          </a:xfrm>
          <a:prstGeom prst="rect">
            <a:avLst/>
          </a:prstGeom>
          <a:solidFill>
            <a:srgbClr val="E4EFFC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SPM  (온칩 SRAM)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4114800"/>
            <a:ext cx="11430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임시·중간값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095" y="4078224"/>
            <a:ext cx="3090672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컴파일러가 관리. API는 아직 제한적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18304"/>
            <a:ext cx="6577279" cy="566928"/>
          </a:xfrm>
          <a:prstGeom prst="rect">
            <a:avLst/>
          </a:prstGeom>
          <a:solidFill>
            <a:srgbClr val="F0F6FD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HBM  (패키지 위 대용량)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5375" y="4773168"/>
            <a:ext cx="11430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47.5 GiB / 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4095" y="4736592"/>
            <a:ext cx="3090672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가중치·활성 장기 저장. 읽기 비용 최대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76656" y="2084832"/>
            <a:ext cx="0" cy="3200400"/>
          </a:xfrm>
          <a:prstGeom prst="line">
            <a:avLst/>
          </a:prstGeom>
          <a:ln w="2540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6888" y="3291840"/>
            <a:ext cx="73152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빠름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슬라이스 하나가 쓸 수 있는 온칩 메모리는 512 KB뿐이다. 4096×4096 fp32 행렬(64 MB)은 128조각으로 나눠야 들어간다.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GPU 와 구조 대응 — 무엇이 무엇에 해당하나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325"/>
                <a:gridCol w="3685946"/>
                <a:gridCol w="535056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관점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GPU (NVIDIA A100 기준)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 / TCP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최상위 연산 블록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SM 108개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Cluster 칩당 2개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블록 안 병렬 단위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warp = 스레드 32개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클러스터당 256개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행렬 연산 유닛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Core, SM당 4개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Engine, 슬라이스당 1개 (레인 8개)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온칩 스크래치패드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shared memory, SM당 최대 164 KB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DM, 슬라이스당 512 KB (칩당 256 MB)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피연산자 레지스터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레지스터 파일 SM당 256 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레인당 8 KB + VRF 슬라이스당 8 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메인 메모리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40/80 GB, 1.5~2.0 TB/s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칩당 48 GB, 1.5 TB/s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숫자보다 중요한 것은 'GPU 는 유닛이 많고 각자 독립, RNGD 는 유닛이 많고 같은 파이프라인' 이라는 차이다.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GPU 와 근본적으로 다른 세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1. 캐시가 없다. 전부 명시적 이동이다.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GPU 는 L1/L2 캐시가 접근 패턴을 알아서 완충해 준다. 느려질 뿐 틀리지는 않는다.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RNGD 에는 그 완충이 없다. HBM → DM → (스트림) → TRF/VRF 의 모든 구간을 코드가 지정한다. 안 옮기면 데이터는 그 자리에 그대로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대가는 잔인하다. 잘못된 레이아웃 하나가 30~50배 손해로 곧장 이어진다. 보상도 크다. 캐시 미스라는 불확실성이 없어 컴파일 타임에 사이클을 예측할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2. 실행 모델이 SIMT 가 아니라 스트림이다.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CUDA 는 스레드가 프로그램을 실행하고 하드웨어가 warp 단위로 스케줄한다. 분기(divergence)가 성능 개념으로 존재한다.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vISA 는 스레드가 없다. 고정된 8단계 파이프라인에 데이터를 흘려보내고, 반복은 Sequencer 가 중첩 루프로 구동한다. 프로그램은 '무엇을 계산하나'가 아니라 '데이터가 어느 경로로 흐르나'를 적는 일이다.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그래서 __syncthreads() 같은 명시적 장벽이 없다. 컨텍스트 3종 사이의 자동 해저드 검출이 그 역할을 대신한다.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3. 데이터 배치가 실행 시점이 아니라 타입에 박힌다.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CUDA 에서 어떤 값이 어느 SM 의 shared memory 에 있는지는 실행 중에 정해진다. vISA 에서는 DmTensor&lt;bf16, Chip, Cluster, Slice, Element&gt; 라는 타입이 그것을 컴파일 시점에 확정한다.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덕분에 잘못된 배치가 런타임 성능 문제가 아니라 컴파일 에러로 잡힌다. 대신 타입을 짜는 일이 곧 성능 튜닝이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요약하면 GPU 는 '숨겨주는 대신 예측이 어려운' 기계이고, RNGD 는 '전부 드러내는 대신 예측 가능한' 기계다. vISA 를 배우는 일은 그 드러난 것을 다루는 법을 배우는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GPU 는 하드웨어가 감춰주고, RNGD 는 프로그래머가 다 적는다. 이것이 성능의 원천이자 난이도의 원천이다.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실측이 말해주는 것 — 사이클을 먹는 것은 연산이 아니다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벤더 예제 커널 130개의 스케줄을 뽑아 합산한 결과, DmaEngine 이 전체 사이클의 96.5%(75,464,336 사이클 / 인스트럭션 470개)를 차지했다. PeCore 는 인스트럭션이 1,557개로 가장 많은데 사이클은 3.3%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수치는 컴파일러 스케줄 모델(AOT 산출물)의 예측이다. 실기 실행 측정이 아니다. 반드시 구분해서 인용하라.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 하나하나가 그렇다. DMA 사이클 비중이 90% 이상인 커널이 130개 중 54개, 50% 이상이 107개(82%)이며 중앙값은 82.8%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DeltaNet 상태 업데이트 커널 하나를 보면: 전체 80,446 사이클 중 DmaStore(state.to_hbm) 하나가 72,731 사이클로 90.4% 다. 실제 연산(Main + Sub + Core)은 2,152 사이클, 2.7% 에 불과하다.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산수로 따져보면: 512 × 512 bf16 결과 = 512 KB, DMA 엔진 1기가 256 B/사이클이니 이상적으로는 524,288 / 256 ≈ 2,048 사이클이면 끝난다. 모델값 72,731 사이클은 약 35배 느리다.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35배는 앞서 본 HBM 뱅크 충돌 30~40배, 비정렬 쓰기 약 50배 대역과 정확히 겹친다. 다만 어느 쪽이 원인인지는 스케줄 덤프만으로 확정되지 않는다 — 덤프는 인스트럭션과 사이클만 주고 채널 분포나 요청별 벌칙은 주지 않는다. 정황일 뿐 단정하지 마라.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구조적 이유는 짐작이 간다. 결과가 DM 에서는 슬라이스별 32 × 32 타일로 흩어져 있는데 HBM 출력은 연속 m![K, V] 다. 한 행의 연속된 V 가 16개 슬라이스에 걸쳐 있어 모으는 일 자체가 레이아웃 변환 저장이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교훈 — 연산이 싸도 결과를 HBM 에 어떻게 눕히느냐가 커널 시간을 정한다. 최적화 1순위는 컴퓨트가 아니라 저장 레이아웃, 정렬, 채널·DMN 인터리빙이다.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인스트럭션 개수로 커널 비용을 가늠하면 틀린다. 가장 무거운 커널은 인스트럭션이 12개뿐이다.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DMA 가 96.5%. 이 부에서 배운 메모리 계층과 정렬 규칙이 곧 성능 그 자체다.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5부 · RNGD / TCP 하드웨어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5부 요약 — 반드시 기억할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계층 — Chip → Cluster(2) → Slice(256) → Lane(8). 칩 하나에 슬라이스 512개, 레인 4,096개. 슬라이스 하나 = 텐서 유닛 하나.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메모리 — HBM(48 GB/칩, DMA 만), DM(512 KB/슬라이스, Fetch/Commit), SPM(컴파일러 관리), TRF(8 KB/레인, Contraction), VRF(8 KB/슬라이스, Vector). 각 계층에 닿는 엔진이 정해져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파이프라인 — Fetch → Switch → Collect → Contraction → Vector → Cast → Transpose → Commit. 데이터가 큰 동안 하는 일이 앞에 온다. 단계는 건너뛸 수 있지만 순서는 못 바꾼다.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단위 — flit 32바이트가 파이프라인의 화폐다. Contraction Outer 만 flit 두 개를 짝지어 64바이트 packet 으로 받는다. 32바이트에 안 맞으면 그만큼 버려진다.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Sequencer — 엔트리 최대 8개, 엔트리당 반복 최대 65,536, 패킷 크기 1/2/4/8/16/32 바이트. Fetch, Commit, DMA 가 전부 이것을 공유한다.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컨텍스트 — 코드에는 main / sub / tdma / pdma 넷, 스케줄러에는 Main / Sub / DMA 셋. 같은 컨텍스트 안은 직렬, 다른 컨텍스트끼리는 병렬.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안전 — 같은 DM 뱅크 64회 연속 접근 금지. 성능이 아니라 클러스터 리셋 문제다.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우리 서버 — RNGD 4장, 펌웨어 2026.3.0, 카드당 47.5 GiB(합계 190 GiB), 카드당 8 PE(합계 32 PE), 유휴 35 ℃ / 38 W. 슬라이스로 세면 2,048개, 레인으로 세면 16,384개다.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다음 부에서는 이 구조 위에서 텐서를 실제로 옮기고 계산하는 코드를 쓴다. 여기서 본 숫자가 그때 전부 다시 나온다.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구조를 외우지 말고 유도하라. 16 뱅크 × 4,096 행 × 8 B = 512 KB 처럼, 대부분의 숫자는 곱셈 한 번으로 나온다.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vISA란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어느 높이의 언어이고, 무엇을 노출하고 무엇을 감추는가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출발점 — 프로그래밍 인터페이스의 두 극단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고수준 프레임워크(PyTorch, XLA)는 메모리 레이아웃과 하드웨어 스케줄링을 추상화해 감춘다. 쓰기는 편하지만 "이 텐서가 어느 슬라이스의 어느 주소에 놓이는가"를 프로그래머가 말할 방법이 아예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반대편 극단인 저수준 커널 API 는 바이트 단위 추론을 강요한다. 명령어 인코딩, 레지스터 필드, 정렬 규칙을 손으로 맞춰야 하고 텐서라는 단어는 사라진다.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FuriosaAI 의 TCP(Tensor Contraction Processor)는 추론 워크로드를 겨냥한 대규모 병렬 가속기이고, 그 vISA(Virtual Instruction Set Architecture)는 정확히 이 둘 사이를 겨냥한다.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공식 책 원문: "프로그래머가 텐서 단위로 사고하면서도 메모리 할당과 텐서 유닛 스케줄링을 직접 관리하게 해준다."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독자도 두 부류를 상정한다. vISA 를 손으로 쓰는 커널 프로그래머와, vISA 를 출력으로 뱉는 컴파일러를 만드는 개발자다. 둘 다 기본적인 Rust 지식을 전제한다.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즉 vISA 는 "사람이 읽고 쓸 수 있는 마지막 층"으로 설계됐다. 이 아래는 기계가 만든다.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 는 '텐서 수준의 사고'와 '물리 배치의 제어'를 동시에 갖는 지점을 노린 언어다.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추상화 사다리 — 각 층이 정하는 것과 위임하는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456"/>
                <a:gridCol w="6220034"/>
                <a:gridCol w="269534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여기서 정하는 것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아래에 위임하는 것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PyTorch / 모델 정의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어떤 수학 연산을 어떤 순서로 하는가. nn.Linear, matmul 수준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레이아웃·타일링·스케줄·엔진 선택 전부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그래프 컴파일러 (furiosa-llm)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연산자 융합, 파이프라인 분할, 아티팩트 빌드. 빌드 시점 컴파일러 설정 키(tactic_hint, dma_preference, lowering_mode 등)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 내부 배치와 명령 스케줄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TCL (furiosa.tcl / furiosa-tcc)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칩·클러스터·스플릿 경계의 텐서 분산. 배치 어휘는 layout={Chip, Cluster, Split} 가 전부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내부 데이터패스 전부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 (Rust furiosa-opt-std)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격자·레인·패킷 매핑, DM 주소, main/sub 컨텍스트 배정, 엔진 파이프라인 체인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명령 비트 인코딩, 사이클 단위 명령 배치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LIR (--dump-ir 로 관측)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스케줄 직전의 로우레벨 IR. 사람이 쓰는 층이 아니라 컴파일러 내부 표현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최종 명령 인코딩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EDF / .bin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실제 하드웨어 명령 바이너리. 산출물 이름은 pkg::mod::fn.{bin,edf,hash}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 하드웨어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실행. 칩당 클러스터 2개, 클러스터당 슬라이스 256개, 슬라이스당 레인 8개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위로 갈수록 '무엇을 계산하는가'만 말하고, 아래로 갈수록 '어디에 놓고 언제 움직이는가'까지 말한다.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사다리 읽는 법 — 그리고 이 사다리의 한계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PyTorch 층에서는 "C = A @ B" 라고만 쓴다. A 를 몇 개 타일로 쪼갤지, 어느 슬라이스에 놓을지는 한 글자도 쓰지 않는다. 그 결정을 아래 층에 통째로 위임한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TCL 층에서는 "이 축을 칩 4장에 나눠라"까지 말할 수 있다. 그러나 실측 결과 TCL 공개 API 에는 Slice·Lane·Packet·TRF·VRF 를 배치 프리미티브로 노출하는 심볼이 0건이다. 즉 "슬라이스 안 8개 레인 중 몇 번"은 표현할 수단이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 층에서는 m![A / 8 # 256] 처럼 "축 A 를 스트라이드 8 로 나눠 256 슬라이스에 흩는다"고 직접 쓴다. 그 대신 그 배치를 실현하는 명령 비트는 컴파일러가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어느 층을 쓸지 고르는 기준은 하나다. 내가 정하고 싶은 것이 그 층의 어휘에 있는가. 없으면 한 칸 내려가야 하고, 있으면 굳이 내려갈 이유가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⚠ 주의: 이 사다리는 개념적 위계다. 설치본에서 아티팩트가 층 사이를 그대로 흐른다는 뜻이 아니다.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vISA 가 만드는 .bin/.edf 를 furiosa-llm 서빙 경로에 그대로 꽂는 공식 경로는 이 서버에서 확인되지 않았다. 서빙 쪽 EdfModule 이 감싸는 EDF 는 torch export → compiler.compile 경로에서 나온 것이고, cargo furiosa-opt 나 furiosa-tcc 의 EDF 를 그대로 로드하는 API 는 소스로 확인하지 못했다.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따라서 "vISA 로 커널을 짜면 자동으로 서빙이 빨라진다"는 말은 지금 근거가 없다. vISA 는 NPU 연산력에 직접 접근하는 길이지, 상위 스택의 게이트를 우회하는 길이 아니다.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층은 개념적으로 쌓여 있지만, 실제 파이프라인이 그 순서대로 이어져 있는지는 별개의 사실이다. 확인한 것만 말하라.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vISA 는 무엇을 노출하고 무엇을 감추는가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노출하는 것 (프로그래머가 정한다)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 배치: HbmTensor 를 DmTensor 로 내릴 때 어떤 축이 어느 슬라이스로 가는지를 타입 파라미터로 직접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 계층 선택: HBM(48 GB, 1.5 TB/s) / DM(총 256 MB, 슬라이스당 512 KB) / TRF(레인당 8 KB) / VRF(슬라이스당 8 KB) 중 어디에 둘지 프로그래머가 고른다.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 주소: 생략하면 자동 배치이고, 겹치지 않는 명시적 제어가 필요하면 to_dm_at(addr) / commit_at(addr) 로 특정 주소를 고정한다.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스케줄: ctx.main 과 ctx.sub 두 실행 컨텍스트에 연산을 배정한다. sub 로 다음 피연산자를 TRF/VRF 에 프리페치하면서 main 이 계산하는 이중화가 대표 용례다.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엔진 선택: Fetch → Switch → Collect → Contraction → Vector → Cast → Transpose → Commit 이라는 고정 파이프라인에서 어느 단계를 쓸지 메서드 체인으로 지정한다.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감추는 것 (컴파일러가 정한다)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비트 단위 명령 인코딩: SFR(Special Function Register) 필드 값은 컴파일러가 만든다. --dump-summary 의 sfr/*.yaml 로 볼 수는 있으나 손으로 쓰는 대상이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사이클 단위 명령 배치: 스케줄러가 순차 실행과 정확히 같은 결과를 보존하면서 실행 사이클을 줄인다. 프로그래머가 주는 입력은 컨텍스트 선택, 작성 순서, 명시적 주소 배정 셋뿐이다.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동기화 세부: main 이 아직 sub 가 가져오는 중인 피연산자를 필요로 하면 main 이 자동으로 sub 를 기다린다. 배리어를 손으로 넣지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패딩의 물리적 구현: # 연산자로 "256 슬라이스로 패딩"이라고만 쓰면 남는 칸의 값(임의값)과 처리 방식은 아래 층 몫이다.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 로딩·DMA 디스크립터·드라이버 호출 같은 런타임 관리. 호스트 코드는 launch() 한 줄이면 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 는 '배치와 순서'를 프로그래머에게 가져오고, '인코딩과 사이클'은 컴파일러에게 넘긴다.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경계 실측 — TCL 로 되는 것 / vISA 로만 되는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3863"/>
                <a:gridCol w="3210340"/>
                <a:gridCol w="285363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하고 싶은 것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TCL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칩·클러스터에 텐서 분산 (Chip/Cluster/Split)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격자에 출력 타일 매핑 (Slice = m![I/32, J/32])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레인·패킷·레지스터 파일 배치 (Lane / Packet / TRF / VRF)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commit-trim 경계 제어 (누산 후 다운캐스트 지점)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불가 (op 경계만)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사이클 단위 스케줄 덤프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불가 (furiosa-tcc 에 덤프 옵션 전무)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 (--dump-schedule)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중간 IR / LIR / 그래프 / 요약 덤프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가능 (--dump-{ir,graph,summary})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인터칩 배치까지는 TCL 도 되지만, 슬라이스 내부 데이터패스와 사이클 계측은 vISA 만의 영역이다.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매핑이 곧 타입이다 — 그래서 모양 오류가 실행이 아니라 컴파일에서 걸린다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Rust 인가 (1) — 타입 하나가 물리 배치 전체를 적는다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예시 타입: DmTensor&lt;bf16, m![1], m![1 # 2], m![A / 8 # 256], m![A % 8]&gt; (선언은 axes![A = 2048])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원소 타입은 bf16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m![1] — 칩 축 크기 1. 칩 한 장을 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m![1 # 2] — 클러스터는 1개만 쓰되 하드웨어 단위 2개에 맞춰 패딩한다. RNGD 는 칩당 클러스터가 2개다.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m![A / 8 # 256] — 축 A 를 스트라이드 8 로 나눠 2048 / 8 = 256 개의 슬라이스 인덱스를 만들고, 256 슬라이스로 패딩한다.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m![A % 8] — 슬라이스 안쪽 인덱스 8개.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검산: 256 슬라이스 × 8 원소 = 2048 = A. 축 A 의 모든 원소가 정확히 하나의 슬라이스 안의 잘 정의된 위치로 매핑된다.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매핑 연산자는 셋뿐이다. / 는 스트라이드로 나눈다, % 는 안쪽 개수를 준다, # 는 하드웨어 유닛 개수에 맞춰 패딩하며 남는 칸은 임의값을 갖는다.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타입이 함수 시그니처에 그대로 들어간다. 즉 "이 커널은 2048 원소를 256 슬라이스에 8개씩 놓은 상태로 받는다"가 주석이나 문서가 아니라 타입이다.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매핑 표현식은 정규형으로 정규화되고 기호적으로 검증된다. 그래서 레이아웃 성질이 컴파일 타임 불변식이 된다. 같은 텐서가 HBM 에 저장되고 다른 레이아웃으로 DM 에 로드되며 파이프라인을 packet 으로 흐르는 각 단계를, 같은 표기법이 일관되게 기술한다.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모양이 안 맞으면 프로그램이 잘못된 값을 내는 게 아니라 아예 컴파일되지 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Rust 인가 (2) — const generics 로 '상태'까지 타입에 넣는다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const generic 은 타입 파라미터 자리에 타입이 아니라 값을 넣는 Rust 기능이다. 크기·모드·상태 같은 상수가 타입의 일부가 되므로, 컴파일러가 그 값을 보고 검사할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실행 컨텍스트: 타입 시그니처의 const-generic Tu 가 텐서가 어느 컨텍스트를 흐르는지 식별한다({ Tu::Main } 또는 { Tu::Sub }). main 스트림을 sub 자리에 넘기는 실수는 타입 오류가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패딩 종류: 타입 수준에서 PaddingKind 의 const 제네릭을 Padding&lt;L, SIZE, KIND&gt; 에 붙인다. "어떤 종류의 패딩인가"가 타입에 남는다.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파이프라인 단계 전이: Vector Engine 의 intra-slice 체인은 타입 시스템이 모든 단계 전이를 컴파일 타임에 강제한다. 앞선 체인이 호환되는 상태에 도달한 뒤에만 다음 메서드를 부를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자원 일회성: stash 슬롯은 일회용이다. vector_stash() 를 두 번 부르면 컴파일 타임 오류이고, stash 를 두 번 읽어도 컴파일 타임 오류다. 여러 번 읽어야 하는 값은 stash 가 아니라 VRF 에 넣는다.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스트림 폭 제약: i5/i9 스트림을 contract_outer 가 아닌 소비자에 전달하면 컴파일 오류다. 이 제약은 런타임 검사가 아니라 컴파일 타임에 강제된다.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대가도 있다. 이런 타입은 극단적으로 장황해서 IDE 에 _ 로 잘려 뜬다. 그래서 furiosa-rust-analyzer-proxy 라는 별도 언어 서버 프록시가 Stride&lt;Symbol&lt;A&gt;, 8&gt; 같은 타입을 m![A / 8] 로 되돌려 보여준다.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"잘못된 프로그램은 아예 타입이 붙지 않는다"가 vISA 가 Rust 를 고른 이유다.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#[device] 매크로 — 같은 함수가 백엔드에 따라 다르게 실행된다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커널은 #[device(chip = 1)] 이 붙은 함수 하나다. 인자 chip = N 은 이 커널이 칩 몇 장을 쓰는지 선언한다. 런타임이 칩 단위로 동작하므로 칩이나 클러스터의 부분 사용은 아직 지원되지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핵심은 이것이다. 소스는 하나인데 평가 방식이 셋이다. cargo furiosa-opt 가 빌드에 --cfg backend="..." 를 주입해 어느 백엔드가 그 커널을 평가할지 고른다.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typecheck 에서는 본문이 팬텀(빈) 텐서로 실행된다. 매핑·모양만 보고 값은 계산하지 않는다.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emulation 에서는 같은 본문이 호스트 CPU 위에서 해석 실행된다. NPU 의 물리 버퍼 저장소 위에서 값이 실제로 계산되므로 수치 정확성을 볼 수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npu 에서는 같은 본문이 EDF 로 컴파일되어 실제 카드로 디스패치된다. 이때 cargo furiosa-opt 가 cargo 보다 먼저 커널 사전 컴파일 단계를 돌린다.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backend 가 cfg 플래그이므로 소스에서 조건부 컴파일도 된다. #[cfg(not(backend = "npu"))] 로 특정 커널을 npu 빌드에서만 제외하는 것이 상류 저장소가 실제로 쓰는 관용구다.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 산출물은 pkg::mod::fn.{bin,edf,hash} 로 떨어진다. 기본 위치는 &lt;workspace target&gt;/furiosa-opt/kernel 이고 FURIOSA_OPT_OUT_DIR 로 바꾼다.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컴파일은 커널 단위로 캐시되므로, 바뀌지 않은 커널은 다음 실행에서 다시 컴파일되지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한 번 쓴 커널이 CPU 해석 대상도 되고 NPU 명령 바이너리도 된다. 그 스위치가 #[device] + --cfg backend 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백엔드 3종 — typecheck / emulation(기본) / npu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009"/>
                <a:gridCol w="7775043"/>
                <a:gridCol w="172778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백엔드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무엇이 실행되나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 필요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typecheck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본문이 팬텀(빈) 텐서로 실행된다. 타입 수준에서 매핑·모양만 검증하고 값 계산은 단락(short-circuit)된다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emulation (기본값)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 의 물리 버퍼 저장소 위에서 호스트 CPU 가 커널을 실제로 해석 실행한다. 수치 정확성을 검증한다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컴파일된 EDF 를 실제 하드웨어에서 실행한다. 자동 커널 컴파일을 유발한다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필요 (+ Furiosa SDK)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⚠ 공식 책 부록은 기본값을 simulation 이라 적지만, 설치본 0.4.0 에는 simulation 이 아예 없다. 다음 장에서 이 불일치를 정확히 정리한다.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⚠ 문서와 설치본의 불일치 — `simulation` 백엔드는 없다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공식 책 부록 appendix/cargo-furiosa-opt.md 는 --backend 의 기본값을 simulation 이라 적고, 가능한 값으로 typecheck / simulation / emulation / npu 네 개를 나열한다.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책의 introduction 은 typecheck / emulation / npu 세 개에 기본값 emulation 이라 적는다. 즉 책 안에서 두 절이 서로 어긋나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서버 설치본(furiosa-opt-std 0.4.0)의 실제 --help 출력은 다음과 같다. Possible values: typecheck / emulation / npu, [default: emulation]. --backend simulation 은 거부된다.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simulation 은 0.2 / 0.3 세대의 이름이다. 사내 커리큘럼(v0.2.0) CHEATSHEET 도 "simulation(기본)"이라 적어 두었으나 현재 래퍼에서는 통하지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세대를 --version 문자열로 판단하면 안 된다. 래퍼는 cargo-furiosa-opt 0.3.0 을 출력하지만 바이너리는 로컬 v0.4.0 타르볼과 md5 가 동일하다. 세대는 --backend 의 가능 값 목록으로 판별하는 것이 확실하다.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덤프 옵션도 문서가 부족하다. 책 부록은 --dump-visa 와 --dump-schedule 둘만 적지만 실측 --help 에는 --dump-ir, --dump-graph, --dump-summary 까지 다섯 개가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근거: book_ko/README.md 5절, book_guide/_GROUND_TRUTH.md, 실측 --help (이 서버, 2026-07).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명령줄의 진실은 책이 아니라 --help 다. 초심자가 첫 명령에서 막히는 지점이 정확히 이 한 건이다.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커널이란 무엇인가 — 호스트가 부르고 디바이스가 실행하는 함수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커널은 #[device] 가 붙은 함수다. 입력으로 HbmTensor 를 받고 출력으로 HbmTensor 를 돌려준다. 즉 커널의 경계는 HBM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호스트 프로그램은 별개의 평범한 Rust 바이너리다. Context::acquire() 로 컨텍스트를 잡고, HostTensor 를 PCIe DMA 로 HBM 에 올린 뒤 launch(kernel, (&amp;mut ctx, &amp;입력...)) 으로 커널을 부른다.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launch 는 async 다. .await 로 완료를 기다리고, 반환값으로 출력 HbmTensor 핸들을 받는다. 값을 눈으로 보려면 to_host 로 다시 호스트로 내린다.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DMA 가 두 종류라는 점을 헷갈리지 마라. ctx.pdma 는 호스트↔HBM 의 PCIe DMA 이고, ctx.tdma 는 HBM↔DM 의 Tensor DMA 다. 호스트 코드는 pdma, 커널 코드는 tdma 를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파일 배치 규칙이 강제된다. 모든 #[device] 함수는 src/kernel/ 아래에 두고, 호스트 프로그램은 src/*.rs 로 직접 두어 Cargo.toml 에 [[bin]] path = "src/&lt;name&gt;.rs" 로 등록한다.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호스트 프로그램을 src/bin/, examples/, tests/ 로 옮기면 안 된다. rustc 플러그인은 src/ 를 루트로 하는 cargo 타깃만 스캔하고 그 밖의 위치는 건너뛴다.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패키지가 커널 패키지로 인식되려면 Cargo.toml 에 [package.metadata.furiosa-opt] 마커가 있어야 한다. 구세대의 0바이트 파일 src/furiosa-opt.tag 만 있으면 현재 래퍼는 "no kernel packages found" 로 커널 컴파일을 거부한다.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커널 = 디바이스에서 도는 함수. launch = 호스트에서 그 함수를 부르는 호출. 그 경계에 있는 것이 HBM 텐서다.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가장 작은 예제 — constant_add 커널 전문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base-template/src/kernel/constant_add_kernel.rs (book_ko quick-start 원문 그대로, 0.4 API)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use furiosa_opt_std::prelude::*;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2048];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Chip = m![1];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Cluster = m![1 # 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= m![A / 8 # 256];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#[device(chip = 1)]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fn constant_add_kernel(ctx: &amp;mut Context, input: &amp;HbmTensor&lt;i32, Chip, m![A]&gt;) -&gt; HbmTensor&lt;i32, Chip, m![A]&gt;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 HBM → DM: split 2048 elements across 256 slices (8 elements per slice)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dm = input.to_dm::&lt;Cluster, Slice, m![A % 8]&gt;(&amp;mut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result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하는 일은 한 문장이다. 길이 2048 인 i32 벡터의 모든 원소에 상수 1 을 더한다.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쓰는 하드웨어도 한 문장이다. 칩 1개, 클러스터 2개 중 1개, 그 클러스터의 슬라이스 256개 전부, 슬라이스당 8원소 그룹 하나.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데이터 경로는 Host → HBM → DM → (Fetch → Collect → Vector → Commit) → DM → HBM 이다. Tensor Unit 8단 파이프라인 중 4단만 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33줄짜리 이 함수 안에 vISA 의 문법 요소가 거의 다 들어 있다. 다음 두 장에서 한 줄씩 뜯는다.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가장 작은 예제 — constant_add 커널 전문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.begin(dm.view())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// Fetch: stream 8-element packets from DM into the pipeline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.fetch::&lt;m![1],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// Collect: normalize the stream into 32-byte flits (8 × i32)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.collect::&lt;m![1],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// Vector Engine: enter pipeline and arm unconditionally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.vector_init()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.vector_intra_slice_tag(TagMode::Zero)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// Add the scalar constant 1 to every element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.vector_fxp(FxpBinaryOp::AddFxp, 1)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// Exit VE and commit: trim the packet to the commit width, then write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    // results back to DM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.vector_final()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.commit_trim::&lt;m![A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.commit::&lt;m![A % 8]&gt;();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가장 작은 예제 — constant_add 커널 전문 (계속 3)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 DM → HBM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result.to_hbm(&amp;mut ctx.tdma)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constant_add 한 줄씩 (1) — 선언부와 HBM→DM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axes![A = 2048] — 논리 축 A 를 길이 2048 로 선언한다. 이후 모든 매핑 표현식이 숫자가 아니라 이 이름을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pub type Chip = m![1] — 칩 축은 크기 1. 이 커널은 칩 한 장에서 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pub type Cluster = m![1 # 2] — 클러스터는 1개만 쓰되 하드웨어 단위 2개에 맞춰 패딩한다. RNGD 는 칩당 클러스터가 2개이므로 # 2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pub type Slice = m![A / 8 # 256] — 축 A 를 스트라이드 8 로 나눠 2048 / 8 = 256 개의 슬라이스 인덱스를 만들고 256 슬라이스로 패딩한다. 클러스터당 슬라이스가 정확히 256개라 패딩이 딱 맞는다.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#[device(chip = 1)] — 이 함수가 커널임을 표시하고, 칩 1장을 쓴다고 선언한다. 이 한 줄이 붙느냐에 따라 함수가 호스트 코드가 되기도 하고 디바이스 코드가 되기도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fn constant_add_kernel(ctx: &amp;mut Context, input: &amp;HbmTensor&lt;i32, Chip, m![A]&gt;) -&gt; HbmTensor&lt;i32, Chip, m![A]&gt; — 입력도 출력도 HBM 에 있는 2048 길이 i32 벡터다. "커널 경계는 HBM"이라는 규칙이 시그니처에 그대로 드러난다.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input.to_dm::&lt;Cluster, Slice, m![A % 8]&gt;(&amp;mut ctx.tdma) — Tensor DMA 로 HBM 에서 DM 으로 내린다. 타입 파라미터 셋이 곧 분배 지시다. 클러스터 하나 / 슬라이스 256개 / 슬라이스 안 8개.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데이터를 흩는 것은 별도의 명령이 아니다. switch() 같은 호출은 여기 없고, 분배를 결정하는 것은 to_dm 의 타입 파라미터다. 이 점을 오해한 주석이 사내 예제 코드에 실제로 박혀 있으니 주의하라.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0.4 부터 DM 주소 인자는 사라졌다. 자동 배치가 기본이고, 명시적이고 겹치지 않는 제어가 필요할 때만 to_dm_at(addr) 를 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타입 파라미터가 곧 물리 배치 명령이다. 값이 아니라 타입이 데이터를 흩는다.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constant_add 한 줄씩 (2) — 파이프라인 체인과 반환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ctx.main.begin(dm.view()) — main 실행 컨텍스트에서 파이프라인을 시작한다. 모든 커널은 main 과 sub 두 컨텍스트를 갖지만 이 예제는 main 만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.fetch::&lt;m![1], m![A % 8]&gt;() — DM 에서 스트림으로 읽어 파이프라인에 넣는다. 첫 타입 파라미터가 Time(파이프라인 반복 수, 여기서는 1), 둘째가 Packet(반복당 원소 수, 8)이다.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.collect::&lt;m![1], m![A % 8]&gt;() — 스트림을 32바이트 flit 으로 정규화한다. i32 8개 = 32 B 이므로 정확히 한 flit 이 된다. 이 폭이 안 맞으면 매핑 단언에서 걸린다.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.vector_init() — Vector Engine 에 진입한다. Vector Engine 은 32비트 타입(i32/f32)만 받는다. 이 예제가 bf16 이 아니라 i32 인 이유가 여기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.vector_intra_slice_tag(TagMode::Zero) — 슬라이스 내부 연산 체인을 연다. TagMode::Zero 는 조건 없이 매 사이클 실행하라는 설정이다.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.vector_fxp(FxpBinaryOp::AddFxp, 1) — 고정소수점 이항 연산으로 8개 원소 각각에 상수 1 을 더한다. 두 번째 인자에 상수 대신 VRF 텐서를 주면 두 벡터의 원소 단위 연산이 된다(다음 예제 elementwise_mul 이 그렇게 한다).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한 VE 패스에서 같은 ALU 를 재사용할 수 없다. AddFxp 와 SubFxp 는 같은 FxpAdd ALU 를 공유하므로 한 체인에 둘 다 넣으면 "FxpAdd is already in use" 로 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.vector_final() — Vector Engine 을 빠져나온다.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.commit_trim::&lt;m![A % 8]&gt;() 다음 .commit::&lt;m![A % 8]&gt;() — 패킷을 commit 폭으로 자른 뒤 결과를 DM 에 쓴다. 입력이 놓인 영역과 겹치지 않아야 한다. main 과 sub 는 같은 평탄한 온칩 SRAM 을 공유하기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result.to_hbm(&amp;mut ctx.tdma) — DM 에서 HBM 으로 되돌린다. 이 반환 타입이 시그니처의 HbmTensor&lt;i32, Chip, m![A]&gt; 와 일치해야 컴파일된다.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커널 본문은 결국 "고정 파이프라인의 어느 엔진을 어떤 순서로 통과시킬지"를 메서드 체인으로 적은 것이다.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호스트 쪽 — launch 로 커널을 부른다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base-template/src/constant_add.rs (book_ko quick-start 원문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use furiosa_opt_std::prelude::*;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use {{ crate_name }}::kernel::constant_add_kernel::{A, constant_add_kernel};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use rand::SeedableRng;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use rand::rngs::SmallRng;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#[tokio::main]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async fn main()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mut ctx = Context::acquire();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mut rng = SmallRng::seed_from_u64(42);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input = HostTensor::&lt;i32, m![A]&gt;::rand(&amp;mut rng);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in_hbm = input.to_hbm(&amp;mut ctx.pdma).await;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_out_hbm = launch(constant_add_kernel, (&amp;mut ctx, &amp;in_hbm)).await;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println!("Constant Add: kernel ran");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호스트 쪽 — launch 로 커널을 부른다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{{ crate_name }} 은 cargo-generate 템플릿의 자리표시자다. cargo generate 로 프로젝트를 만들 때 실제 크레이트 이름으로 치환된다.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Context::acquire() 가 실행 컨텍스트를 잡는다. 이 안에 pdma, tdma, main, sub 가 모두 들어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HostTensor::&lt;i32, m![A]&gt;::rand(&amp;mut rng) 로 호스트 메모리에 2048 길이 i32 난수 벡터를 만든다. 시드를 42 로 고정해 재현 가능하게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input.to_hbm(&amp;mut ctx.pdma).await — PCIe DMA 로 호스트에서 HBM 으로 올린다. 커널이 실제로 받는 것은 이 HBM 핸들이다.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launch(constant_add_kernel, (&amp;mut ctx, &amp;in_hbm)).await — 커널 함수 자체와 인자 튜플을 넘긴다. 이 호출 형태는 백엔드가 typecheck 든 emulation 이든 npu 든 동일하다. 바뀌는 것은 빌드 플래그뿐이다.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값 검증은 같은 파일의 #[cfg(test)] mod tests 안에 있다. 참조값 expected[i] = in[i].wrapping_add(1) 을 만들고, out_hbm.to_host::&lt;m![A]&gt;(&amp;mut ctx.pdma).await.into_vec() 결과와 원소별로 assert_eq!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⚠ typecheck 백엔드에서는 actual 이 팬텀(빈) Vec 이라 비교 루프가 0회 돈다. 단언이 그냥 통과하므로 "typecheck 에서 테스트가 통과했다"를 값 검증으로 착각하면 안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실측 참고: 벤더 예제 크레이트를 typecheck 로 돌리면 97 passed / 7 failed / 10 ignored 가 나오는데, 실패 7건은 전부 팬텀 텐서 때문에 벡터 전체 비교가 left: [] 로 어긋난 것이다. typecheck 에서는 통과·실패 개수 자체가 신호가 아니고 빌드가 되는지만 신호다.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호스트 코드는 백엔드와 무관하게 같다. 백엔드를 고르는 것은 소스가 아니라 명령줄이다.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개발 흐름 — typecheck → emulation test → --backend npu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1단계. cargo furiosa-opt --backend typecheck run --release --bin constant_add — 매핑과 모양만 빠르게 검증한다. 값 계산이 없어 가장 빠르고, 커널 본문이 실제로 실행되므로 매핑 단언까지 도달한다.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cargo check 로 대신할 수 없다. cargo check 는 커널 본문을 실행하지 않아 "Collect output packet must be exactly 32 bytes" 같은 매핑 단언에 도달하지 못한다.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2단계. cargo furiosa-opt test --release --bin constant_add — 백엔드를 생략하면 기본값 emulation 이다. 호스트 참조값과 수치를 대조한다. NPU 도 SDK 도 필요 없다. 개발의 기본 루프가 여기다.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3단계. cargo furiosa-opt --backend npu test --release --bin constant_add — 실제 카드로 올린다. 여기서 처음으로 Furiosa SDK 와 물리 NPU 가 필요하다. --backend 는 반드시 서브커맨드 앞에 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함정 1. --backend npu 는 패키지 안의 모든 #[device] 함수를 빌드 시점에 EDF 로 낮춘다. 테스트가 그 함수를 부르든 말든 무관하고, 하나라도 못 낮추면 크레이트 전체가 빌드 실패한다.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실측: 벤더 예제 크레이트를 그대로 올리면 커널 207개 컴파일 중 63개 에러로 빌드가 죽고 테스트는 0개 실행된다. 같은 크레이트가 emulation 에서는 104 passed / 0 failed / 10 ignored 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함정 2. 커널 필터는 compile 서브커맨드에만 있다. test 나 build 에는 없어서, 테스트를 하나로 좁혀도 커널은 패키지 전량이 컴파일된다.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검증된 우회법은 게이팅이다. 실기 컴파일에 실패하는 커널에만 #[cfg(not(backend = "npu"))] 를 붙인다. 상류 저장소가 이미 쓰는 관용구이며, 이 서버에서는 게이팅 후 실기 테스트 89개 중 80 PASS 를 실제 카드에서 돌렸다.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단계 통과가 다음 단계를 보장하지 않는다. typecheck·emulation 통과는 npu 로워링을 보장하지 않고(예제 커널 200개 중 137 OK / 63 FAIL), 컴파일 성공조차 실기 실행을 보장하지 않는다(커널 로드 단계에서 프로세스가 abort 한 사례 3건).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위 단계로 갈수록 느리고 비싸며 실패 양상이 거칠다. 싼 단계에서 최대한 걸러라.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덤으로 — 카드 없이 컴파일러 속을 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cargo furiosa-opt compile 은 cargo 패스스루 없이 #[device] 함수를 바로 커널로 컴파일한다. 항상 NPU 커널을 만들므로 --backend 를 받지 않는다. 그런데도 카드를 점유하지 않는다. AOT 컴파일러 산출물이기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실측 덤프는 5종이다. --dump-visa(중간 vISA), --dump-ir(중간 LIR), --dump-schedule(JSON), --dump-graph(IR 그래프 JSON), --dump-summary(디렉터리). 책 부록은 앞의 둘만 적어 두었다.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--dump-schedule JSON 은 명령마다 lifetime.begin/end 를 사이클 단위로 준다. 기준 예: mnist::forward = 17,953 cycle / 22 instruction, 그중 DmaEngine 이 12,365 cycle 로 68.9%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⚠ 이 사이클 값은 컴파일러의 스케줄 모델 예측치다. 카드에서 잰 실행 시간이 아니다. 예측값과 실측값을 한 문장에 섞어 말하지 마라. --dump-summary 의 summary.log 사이클 요약도 같은 성격이다.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--dump-visa 를 어셈블리 리스팅으로 기대하지 마라. 실제 산출물은 컴파일러 내부 구조체를 Rust Debug 로 찍은 텍스트다(Program { functions: {"mnist::forward": Function { params: [... , 49,901 B). 안정된 포맷이 아니므로 파서를 붙이면 안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FILTER 는 부분문자열 매칭이라 이름이 접두사로 겹치는 다른 커널까지 함께 잡힌다. 출력의 "Finished N compiled" 에서 N = 1 인지 확인하는 습관을 붙여라. 덤프도 단일 커널일 때만 의미가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명령 순서를 눈으로 읽고 싶다면 --dump-visa 가 아니라 --dump-schedule 을 써라. 사이클과 소스 위치(--&gt; src/mnist/mod.rs:14:66 형태)가 함께 들어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 층의 진짜 값어치는 '내려가서 볼 수 있다'는 것이다. TCL 쪽 furiosa-tcc 에는 덤프 옵션이 전무하다.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컴파일 단계 — 내 Rust 코드가 칩 명령이 되기까지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어느 단계에서 막히는지가 오류 메시지 앞에 붙는다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31720"/>
            <a:ext cx="1904329" cy="1143000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Rust 소스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#[device] 함수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m![] 타입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07833" y="2903220"/>
            <a:ext cx="31089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855305" y="2331720"/>
            <a:ext cx="1904329" cy="114300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MIR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매핑·모양 검증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엔진 배치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96211" y="2903220"/>
            <a:ext cx="31089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43683" y="2331720"/>
            <a:ext cx="1904329" cy="114300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VISA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가상 명령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엔진별 연산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4588" y="2903220"/>
            <a:ext cx="31089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432060" y="2331720"/>
            <a:ext cx="1904329" cy="114300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LIR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자원 할당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버퍼 크기 확정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966" y="2903220"/>
            <a:ext cx="310896" cy="0"/>
          </a:xfrm>
          <a:prstGeom prst="line">
            <a:avLst/>
          </a:prstGeom>
          <a:ln w="22225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720438" y="2331720"/>
            <a:ext cx="1904329" cy="1143000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109728" bIns="36576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EDF (.bin)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실제 명령 스트림</a:t>
            </a:r>
          </a:p>
          <a:p>
            <a:pPr algn="ctr">
              <a:lnSpc>
                <a:spcPct val="118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pert-ipc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8145" y="3675888"/>
            <a:ext cx="2178649" cy="603504"/>
          </a:xfrm>
          <a:prstGeom prst="rect">
            <a:avLst/>
          </a:prstGeom>
          <a:solidFill>
            <a:srgbClr val="FDECEC"/>
          </a:solidFill>
          <a:ln w="12700">
            <a:solidFill>
              <a:srgbClr val="E8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mir: Collect time mismatch</a:t>
            </a:r>
          </a:p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mir: commit_trim packet mismatch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4900" y="3675888"/>
            <a:ext cx="2178649" cy="603504"/>
          </a:xfrm>
          <a:prstGeom prst="rect">
            <a:avLst/>
          </a:prstGeom>
          <a:solidFill>
            <a:srgbClr val="FDECEC"/>
          </a:solidFill>
          <a:ln w="12700">
            <a:solidFill>
              <a:srgbClr val="E8B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lir: incorrect buffer size</a:t>
            </a:r>
          </a:p>
          <a:p>
            <a:pPr algn="ctr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sz="850" b="0" i="0">
                <a:solidFill>
                  <a:srgbClr val="B4222A"/>
                </a:solidFill>
                <a:latin typeface="Consolas"/>
                <a:ea typeface="Consolas"/>
                <a:cs typeface="Consolas"/>
              </a:rPr>
              <a:t>strides(...) is not aligned by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34840"/>
            <a:ext cx="1105783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오류 메시지 맨 앞의 `mir:` / `lir:` 가 어느 단계에서 막혔는지 알려준다. 이걸 보면 원인 범위가 확 좁아진다.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`mir:` 단계 오류는 대개 매핑 모양이 안 맞는 것이고, `lir:` 단계 오류는 버퍼 크기·정렬 문제다.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중요: 이 전체 과정은 `--backend npu` 에서만 돈다. typecheck·emulation 백엔드는 MIR 아래로 내려가지 않으므로 여기서 걸릴 오류를 못 잡는다.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컴파일이 통과해도 실기 실행이 보장되지는 않는다. 커널 로드에서 따로 죽는 경우가 있다(10부).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6부 요약 — vISA 는 어느 높이의 언어인가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높이: PyTorch 아래, 비트 인코딩 위. 텐서로 사고하되 메모리 배치와 스케줄은 손으로 잡는 층이다. 사람이 읽고 쓸 수 있는 마지막 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경계: TCL 은 Chip / Cluster / Split 까지, vISA 는 Slice / Lane / Packet / TRF / VRF / commit-trim 까지. 슬라이스 내부 데이터패스와 사이클 계측은 vISA 만의 어휘다.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노출과 은폐: 메모리 배치·메모리 계층·main/sub 스케줄·엔진 선택은 프로그래머가 정한다. 명령 비트 인코딩과 사이클 단위 배치는 컴파일러가 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표현 수단: 매핑이 타입이라 모양 오류가 컴파일 타임에 잡힌다. const generics 가 실행 컨텍스트(Tu::Main/Sub), 패딩 종류, 파이프라인 상태, 자원 일회성까지 타입에 넣는다.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스위치: #[device] 함수 하나가 --cfg backend 에 따라 typecheck / emulation / npu 로 다르게 평가된다. 기본은 emulation 이며, 책 부록이 말하는 simulation 은 설치본 0.4.0 에 존재하지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흐름: typecheck 로 모양 → emulation test 로 값 → --backend npu 로 실기. 각 단계는 다음 단계를 보장하지 않으며, npu 는 패키지 전량 로워링이라는 별도의 벽이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다음 부터는 이 사다리에서 vISA 칸의 어휘를 하나씩 뜯는다. 매핑 표현식 m![] 의 /, %, # 부터 시작해 텐서 이동과 연산 엔진으로 내려간다.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 를 배운다는 것은 새 문법을 외우는 일이 아니라, '무엇까지 내가 정할지'의 선을 옮기는 일이다.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6부 · vISA란 무엇인가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vISA는 어느 높이의 언어인가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위로 갈수록 편하고, 아래로 갈수록 통제권이 크다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3759665" cy="493776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PyTorch / 모델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2461" y="2157984"/>
            <a:ext cx="36490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무엇을 계산할지만 적는다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7415" y="2157984"/>
            <a:ext cx="33173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레이아웃·스케줄 전부 위임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6761" y="2596896"/>
            <a:ext cx="0" cy="73152"/>
          </a:xfrm>
          <a:prstGeom prst="line">
            <a:avLst/>
          </a:prstGeom>
          <a:ln w="15240">
            <a:solidFill>
              <a:srgbClr val="A9B6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6928" y="2670048"/>
            <a:ext cx="3759665" cy="493776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그래프 컴파일러 (furiosa-llm)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2461" y="2724912"/>
            <a:ext cx="36490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 그래프를 자르고 붙인다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7415" y="2724912"/>
            <a:ext cx="33173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커널 선택은 자동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46761" y="3163824"/>
            <a:ext cx="0" cy="73152"/>
          </a:xfrm>
          <a:prstGeom prst="line">
            <a:avLst/>
          </a:prstGeom>
          <a:ln w="15240">
            <a:solidFill>
              <a:srgbClr val="A9B6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66928" y="3236976"/>
            <a:ext cx="3759665" cy="493776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TCL (커널 라이브러리 계층)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2461" y="3291840"/>
            <a:ext cx="36490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제공되는 커널을 조합한다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7415" y="3291840"/>
            <a:ext cx="33173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슬라이스 내부는 손댈 수 없다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46761" y="3730752"/>
            <a:ext cx="0" cy="73152"/>
          </a:xfrm>
          <a:prstGeom prst="line">
            <a:avLst/>
          </a:prstGeom>
          <a:ln w="15240">
            <a:solidFill>
              <a:srgbClr val="A9B6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6928" y="3803904"/>
            <a:ext cx="3759665" cy="585216"/>
          </a:xfrm>
          <a:prstGeom prst="rect">
            <a:avLst/>
          </a:prstGeom>
          <a:solidFill>
            <a:srgbClr val="FDEBD3"/>
          </a:solidFill>
          <a:ln w="254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★ vISA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2461" y="3858768"/>
            <a:ext cx="3649087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메모리 배치·스케줄·엔진 선택을 직접 적는다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415" y="3858768"/>
            <a:ext cx="3317352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텐서 단위로 사고하되 통제권은 갖는다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46761" y="4389120"/>
            <a:ext cx="0" cy="73152"/>
          </a:xfrm>
          <a:prstGeom prst="line">
            <a:avLst/>
          </a:prstGeom>
          <a:ln w="15240">
            <a:solidFill>
              <a:srgbClr val="A9B6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66928" y="4462272"/>
            <a:ext cx="3759665" cy="493776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LIR → EDF (.bin)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2461" y="4517136"/>
            <a:ext cx="36490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컴파일러 산출물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415" y="4517136"/>
            <a:ext cx="33173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사람이 쓰는 계층이 아니다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46761" y="4956048"/>
            <a:ext cx="0" cy="73152"/>
          </a:xfrm>
          <a:prstGeom prst="line">
            <a:avLst/>
          </a:prstGeom>
          <a:ln w="15240">
            <a:solidFill>
              <a:srgbClr val="A9B6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66928" y="5029200"/>
            <a:ext cx="3759665" cy="493776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RNGD 하드웨어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2461" y="5084064"/>
            <a:ext cx="3649087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실제 실행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vISA를 쓰는 이유는 하나다. TCL이 내려가지 못하는 슬라이스 내부까지 직접 지시하려는 것.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 m![] — vISA의 심장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타일링·배치·병렬화를 한 줄에 적는 문법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텐서에는 원소의 고유한 순서가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매핑이 각 텐서 인덱스를 버퍼 위치에 할당하여 그 순서를 정의한다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문제 정의 — 무엇을 정해야 하는가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텐서는 수학적으로 '축 좌표 → 값'의 대응일 뿐이다. i![H: 3, W: 5] 에 어떤 값이 있는지는 정의되지만, 그 값이 메모리 몇 번째 칸에 있는지는 텐서 자체가 말해 주지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메모리는 반대로 1차원 주소 공간이다. 버퍼는 0, 1, 2, ... 번 칸이 일렬로 있을 뿐 축이라는 개념이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따라서 누군가는 '텐서 인덱스 ↔ 버퍼 위치' 사전을 만들어야 한다. 이 사전이 매핑이고, vISA 에서는 m![...] 이라는 미니 언어로 적는다.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 언어라면 이 사전을 a[i*W + j] 처럼 손으로 쓴 주소 산술로 표현한다. 곱셈 상수 W 가 곧 레이아웃 결정이고, 그것이 코드 전체에 흩어져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vISA 는 그 산술을 사람이 쓰지 않는다. 논리 축으로 매핑을 선언만 하고, 물리 배치·정렬·스케줄은 컴파일러가 유도한다.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 = 텐서 인덱스와 버퍼 위치 사이의 사전. 이것 없이는 텐서를 메모리에 놓을 수 없다.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이게 어려운 문제인가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첫째, 매핑이 성능을 직접 결정한다. 하드웨어는 메모리를 연속된 블록 단위로 읽으므로 멀리 떨어져 저장된 원소를 모으려면 전송 횟수가 늘어난다.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둘째, 한 번 정하면 되돌릴 수 없다. 레이아웃은 할당 이후에는 데이터를 복사하고 전치하지 않고서는 바꿀 수 없다. 할당 시점의 선택이 이후 모든 연산을 제약한다.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셋째, 좋은 선택을 하려면 서로 다른 세 가지를 동시에 봐야 한다. 하드웨어 기하 구조(칩·클러스터·슬라이스·레인의 개수), 정렬 제약(DMA 는 행이 64 바이트 경계에서 시작하기를 요구한다), 실행 패턴(어느 축을 시간 루프로 돌리고 어느 축을 병렬 레인에 펼칠 것인가)이다.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넷째, 축 하나가 여러 하드웨어 계층에 걸쳐 쪼개진다. 뒤에서 볼 실제 커널에서는 J 축 하나가 슬라이스·레인·엘리먼트 세 곳에 나뉘어 들어간다.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네 가지를 날것의 스트라이드 숫자로 관리하면 사람이 반드시 틀린다. 그래서 vISA 는 매핑을 타입으로 만들어 컴파일러가 검증하게 했다.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같은 텐서, 세 가지 레이아웃 — H×W 예제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축 H(높이 6행)와 W(너비 8열)를 가진 텐서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816"/>
                <a:gridCol w="2498006"/>
                <a:gridCol w="749401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레이아웃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매핑식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연속으로 저장되는 방향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 메이저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m![H, W]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 를 따라 훑으면 연속이고, H 를 따라 훑으면 캐시 라인마다 원소 하나만 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 메이저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m![W, H]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 를 따라 훑으면 연속이고, W 를 따라 훑으면 캐시 라인마다 원소 하나만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2×2 타일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m![H / 2, W / 2, H % 2, W % 2]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앞의 두 차원이 타일 인덱스이고 뒤의 두 차원이 타일 안의 위치다. 두 축 모두에서 지역성을 얻는 대신 주소 계산식이 단순하지 않게 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왼쪽이 major(느리게 변함), 오른쪽이 minor(연속 저장). 이 한 문장이 매핑 읽기의 절반이다.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vISA 의 답 — 선언적 매핑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최적 레이아웃을 손으로 고르는 일은 복잡하다. 그래서 vISA 는 프로그래머와 컴파일러가 논리 축을 기준으로 매핑을 '선언'하게 하고, 물리적 배치·정렬·하드웨어 스케줄링은 컴파일러가 유도한다.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표현력: 레이아웃을 날것의 스트라이드나 오프셋이 아니라 논리 축으로 기술한다. m![H, W] 는 사람이 읽어서 뜻을 알 수 있지만 i*8 + j 는 그렇지 않다.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정확성: 매핑 표현식은 정규형으로 정규화되고 기호적으로 검증되어, 레이아웃 성질이 컴파일 타임 불변식이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매핑 표현식은 텐서의 생애 모든 단계를 기술한다. 같은 텐서가 HBM 에 저장되고, 다른 레이아웃으로 DM 에 로드되며, 파이프라인을 통해 packet 으로 스트리밍될 수 있다. 각 단계는 같은 수학적 값을 다른 물리적 표현으로 담는다.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매핑은 타입이다 — M 트레잇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m![H, W] 가 만드는 것은 값이 아니라 Rust 타입이다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furiosa-mapping-types-0.4.0/src/dsl.rs:23-31 (서버 세대 0.4.0 에서 확인)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202045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trait M: Debug + Clone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/// 버퍼 칸 수(원소 개수).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const SIZE: usize;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/// 매핑 표현식 타입을 런타임 값으로 변환한다.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fn to_value() -&gt; Mapping;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/// 버퍼 위치 i 를 텐서 인덱스로. 범위 밖이면 None.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fn map(i: usize) -&gt; Option&lt;Index&gt;;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/// 텐서 인덱스: 축 식별자 -&gt; 좌표값의 대응.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struct Index { /* ... */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06458"/>
            <a:ext cx="11057839" cy="1490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매핑의 의미는 딱 두 가지다. 버퍼가 몇 칸인지(SIZE)와, i 번째 칸이 어느 텐서 인덱스인지(map(i))다. 그 외에는 아무것도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map 이 Option 을 돌려주는 이유가 중요하다. 어떤 버퍼 칸은 어떤 텐서 인덱스에도 대응하지 않는다. 그런 칸이 곧 패딩이다.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SIZE 가 const 라는 것은 버퍼 크기가 컴파일 타임에 계산된다는 뜻이다. 크기가 안 맞는 매핑은 실행 전에 빌드가 깨진다.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매핑의 전부는 SIZE 와 map 이다. 새 연산자를 배울 때마다 이 두 개만 물어보면 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매핑은 타입이다 — M 트레잇 (계속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m![H, W] 가 만드는 것은 값이 아니라 Rust 타입이다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11057839" cy="444398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/// i![A: 2, B: 3] 은 A = 2, B = 3 인 Index 를 만든다.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macro_rules! i { /* ... */ }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동치의 정의와 '담는다'의 정의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두 매핑 E1 과 E2 가 동치라는 것은 정확히 두 조건이다. E1::SIZE == E2::SIZE 이고, 모든 i 에 대해 E1::map(i) == E2::map(i)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동치 관계는 반사적·대칭적·추이적이다. 즉 서로 다른 생성자 조합이 같은 매핑을 만들 수 있고, 그것들을 자유롭게 바꿔 쓸 수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동치의 정의가 SIZE 와 map 만 본다는 점에 주목하라. 어떤 연산자를 어떤 순서로 썼는지는 동치 판정에 들어가지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 트레잇 위에 세워진 가장 단순한 구체 타입은 HostTensor&lt;D, E&gt; 다. 원소 타입이 D 이고 레이아웃이 매핑 E 로 완전히 결정되는 호스트 메모리 버퍼다.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A = 8, B = 512 일 때 HostTensor&lt;bf16, m![A, B]&gt; 는 bf16 원소 4,096 개를 담는다. 버퍼 크기가 곧 E::SIZE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HostTensor&lt;D, E&gt; 가 텐서 T 를 '담는다'는 것은, E::map(i) = Some(ti) 인 모든 버퍼 인덱스 i 에 대해 i 번째 원소가 인덱스 ti 에서의 T 값을 저장한다는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디바이스 텐서는 매핑이 여러 개다. 그때는 각 원소가 '모든 차원 매핑이 만든 부분 인덱스의 합' 위치의 값을 저장한다. 이 합 규칙은 뒤의 워크드 예제에서 직접 검산한다.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 선언 — axes! 매크로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축 식별자와 그 크기를 선언한다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8, B = 512];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축은 여러 개를 한 번에 선언할 수 있다.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axes![C = 13, D = 61];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2048];              // 크기는 자유롭게 정한다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실제 커널의 선언 (yik/src/kernel/gemm_kernel.rs:3)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axes![I = 512, J = 512, K = 64];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축 이름은 대문자 한 글자이고, 크기는 컴파일 타임 상수다. m![A] 를 쓰면 그 크기는 axes! 선언에서 가져온다.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axes![A = 2048] 을 선언했다면 m![A]::SIZE 는 2048 이고, m![A / 16]::SIZE 는 128, m![A % 16]::SIZE 는 16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매핑식 안에서 맨몸의 정수는 1(Identity)만 허용된다. m![64] 같은 표기는 컴파일 오류다. 크기가 필요하면 반드시 axes! 로 이름을 붙여야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부의 예제는 대부분 책과 같은 axes![A = 8, B = 512] 를 쓴다. 숫자가 작아야 인덱스 표를 손으로 따라갈 수 있기 때문이다.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(1) Identity — m![1]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단일 원소 버퍼. Pair 의 항등원이다.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E = m![1];               // Identity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assert_eq!(E::map(0), Some(i![]));   // 빈 텐서 인덱스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assert_eq!(E::map(1), None);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E::SIZE ==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m![1]. 매핑식 안에서 유일하게 허용되는 맨몸 정수다.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의미: 버퍼 인덱스 0 을 빈 텐서 인덱스 i![] 로 매핑하는 크기 1 짜리 버퍼다. 어떤 축도 소비하지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예제: 크기가 1 이므로 map(0) 만 Some 이고 map(1) 은 None 이다. 빈 인덱스 i![] 는 어떤 좌표도 지정하지 않으므로 합에 아무 기여를 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언제 쓰나: 하드웨어 차원 중 이 커널이 쓰지 않는 것을 채울 때 쓴다. 칩이 하나뿐인 커널은 type Chip = m![1] 로 선언한다.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항등원 성질: m![1, A] 와 m![A, 1] 은 둘 다 m![A] 와 동치다. 즉 m![1] 은 Pair 연산의 1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모든 심볼 A 에 대해 0 번째 인덱스 i![A: 0] 은 빈 텐서 인덱스 i![] 와 동치라는 점도 같이 기억한다.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(2) Symbol — m![A]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axes![A = 8] 인 경우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E = m![A];               // Symbol&lt;Ident::A, 8&gt;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assert_eq!(E::map(0), Some(i![A: 0]));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assert_eq!(E::map(1), Some(i![A: 1]));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assert_eq!(E::map(2), Some(i![A: 2]));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0..E::SIZE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assert_eq!(E::map(i), Some(i![A: i]));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assert_eq!(E::map(E::SIZE), None);   // E::SIZE ==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대문자 한 글자. 크기는 axes! 선언에서 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의미: 8 개의 버퍼 인덱스를 축을 따라 텐서 인덱스로 선형으로 매핑한다. SIZE = A::SIZE 이고 map(i) = i![A: i] 다. 가장 단순한 매핑이다.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예제: 버퍼 칸 0,1,2,...,7 이 각각 A = 0,1,2,...,7 이다. 버퍼 위치와 좌표가 그대로 일치한다.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언제 쓰나: 축 하나를 통째로, 쪼개지 않고 쓸 때다. 실제 커널의 HbmTensor&lt;bf16, Chip, m![I, K]&gt; 에서 K 가 이 형태다.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(3) Pair — m![A, B]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furiosa-mapping-types-0.4.0/src/dsl.rs:220-244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impl&lt;L: M, R: M&gt; M for Pair&lt;L, R&gt;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const SIZE: usize = L::SIZE * R::SIZE;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fn map(i: usize) -&gt; Option&lt;Index&gt;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let mut l = L::map(i / R::SIZE)?;  // 몫    = 바깥(major)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let r = R::map(i % R::SIZE)?;      // 나머지 = 안쪽(minor)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l.add(r);                          // 부분 인덱스를 더한다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Some(l)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쉼표. m![A, B] 는 Pair&lt;m![A], m![B]&gt; 로 펼쳐진다.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의미: 두 공간의 데카르트 곱을 선형 버퍼로 매핑한다. L 이 메이저 차원, R 이 마이너 차원이고 크기는 L::SIZE * R::SIZE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핵심 구현: 버퍼 인덱스를 R::SIZE 로 내림 나눗셈한 몫이 바깥 좌표, 나머지가 안쪽 좌표다. 두 부분 인덱스를 l.add(r) 로 합쳐 하나의 텐서 인덱스를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 = 8, B = 512 인 m![A, B] 는 4,096 개 원소 버퍼다. 앞의 512 칸이 A = 0, 다음 512 칸이 A = 1 이다. map(519) = i![A: 1, B: 7] 인데, 519 = 512 * 1 + 7 이기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언제 쓰나: 축 두 개 이상을 한 버퍼에 놓을 때 항상 쓴다. 사실상 모든 실전 매핑에 등장한다.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Pair 를 작은 수로 — axes![A = 2, B = 3], m![A, B]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SIZE = 2 × 3 = 6, R::SIZE = B::SIZE = 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975"/>
                <a:gridCol w="2618962"/>
                <a:gridCol w="2618962"/>
                <a:gridCol w="407394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버퍼 i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 / 3 → A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 % 3 → B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인덱스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i![A: 0, B: 0]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i![A: 0, B: 1]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i![A: 0, B: 2]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i![A: 1, B: 0]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i![A: 1, B: 1]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i![A: 1, B: 2]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None (범위 밖)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매핑을 못 읽겠으면 이렇게 표를 그려라. 인덱스 6 칸이면 규칙이 눈에 보인다.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Pair 읽는 법 — 결합성과 대수 성질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m![A, B, C, D] 는 Pair&lt;A, Pair&lt;B, Pair&lt;C, D&gt;&gt;&gt; 로 확장된다. 쉼표는 우결합이다.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우결합이라는 것은 '가장 오른쪽 것부터 묶인다'는 뜻이다. 그래서 가장 오른쪽 축이 가장 안쪽, 즉 메모리에서 가장 촘촘히 붙어 있는 축이 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각 위치의 스트라이드는 자기 오른쪽에 있는 모든 매핑의 SIZE 곱이다. m![A, B, C, D] 에서 A 의 스트라이드는 B::SIZE * C::SIZE * D::SIZE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결합법칙이 성립한다. m![{E1}, {E2}, {E3}] 와 m![[{E1}, {E2}], {E3}] 와 m![{E1}, [{E2}, {E3}]] 는 모두 동치다. 즉 괄호를 어떻게 묶든 같은 매핑이다.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항등원이 있다. 모든 E 에 대해 E 는 m![{E}, 1] 과도 m![1, {E}] 와도 동치다.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사영도 성립한다. m![[{A}, {B}] / B::SIZE] 는 m![A] 와 동치이고, m![[{A}, {B}] % B::SIZE] 는 m![B] 와 동치다. Pair 로 합친 것을 다시 뜯어낼 수 있다는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정리하면 매핑은 '결합법칙과 항등원을 가진 곱셈'처럼 다룰 수 있다. 이 대수 구조 덕분에 컴파일러가 매핑을 정규형으로 정규화할 수 있다.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Pair `m![A, B]` — 두 축을 한 줄로 잇는다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왼쪽이 상위(느리게 변함), 오른쪽이 하위(빠르게 변함)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39112"/>
            <a:ext cx="548640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axes![A = 3, B = 4] 일 때  m![A, B] 는 크기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89888" y="2331720"/>
            <a:ext cx="457200" cy="45720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0,0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088" y="2331720"/>
            <a:ext cx="457200" cy="45720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70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0,1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2331720"/>
            <a:ext cx="457200" cy="45720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0,2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31720"/>
            <a:ext cx="457200" cy="457200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0,3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2331720"/>
            <a:ext cx="457200" cy="457200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1,0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8" y="2331720"/>
            <a:ext cx="457200" cy="457200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58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1,1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3088" y="2331720"/>
            <a:ext cx="457200" cy="457200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30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1,2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2331720"/>
            <a:ext cx="457200" cy="457200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02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1,3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47488" y="2331720"/>
            <a:ext cx="457200" cy="457200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474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2,0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4688" y="2331720"/>
            <a:ext cx="457200" cy="457200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046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2,1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61888" y="2331720"/>
            <a:ext cx="457200" cy="457200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2,2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2331720"/>
            <a:ext cx="457200" cy="457200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088" y="2862072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2,3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450592"/>
            <a:ext cx="77724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버퍼 위치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980944"/>
            <a:ext cx="77724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(A, B)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566160"/>
            <a:ext cx="11057839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규칙: 위치 i 에서 A = i / 4, B = i % 4 다. 오른쪽 축(B)이 먼저 다 돌고 나서 왼쪽 축(A)이 하나 넘어간다.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 언어의 다차원 배열 arr[A][B] 와 같은 순서다. 마지막 축이 메모리에서 연속이다.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Pair 는 우결합이다. m![A, B, C] 는 m![A, m![B, C]] 로 읽는다.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항등원은 m![1] 이다. m![A, 1] 은 m![A] 와 같다. 크기 1짜리 축을 끼워 넣어도 아무것도 안 바뀐다.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순서를 뒤집고 싶으면 데이터를 옮기는 게 아니라 m![B, A] 라고 쓰면 된다. 그게 vISA 가 전치를 다루는 방식이다.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Pair 하나로 "어느 축이 메모리에서 연속인가"가 정해진다.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(4) Stride — m![B / 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블록 번호를 고르는 바깥 차원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axes![B = 512] 인 경우, dsl.rs:104-127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246266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D1 = m![B / 64];        // Stride&lt;m![B], 64&gt;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const SIZE: usize =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assert!(L::SIZE % SIZE == 0,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"Stride size must divide the original size");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L::SIZE / SIZE            // 512 / 64 = 8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fn map(i) = if i &lt; Self::SIZE { L::map(i * SIZE) } else { None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map(0) = i![B / 64: 0]   (B = 0   에 해당)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map(1) = i![B / 64: 1]   (B = 64  에 해당)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map(7) = i![B / 64: 7]   (B = 448 에 해당)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map(8) = 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48662"/>
            <a:ext cx="11057839" cy="1761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/ n. 한 매핑 위에 얹는 후위 연산자다.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의미: 원래 축을 n 개씩 묶어 블록으로 만들고, 그 블록 번호만 남긴다. 크기는 원래 크기를 n 으로 나눈 값이고, i 번째 칸은 원래 축의 i * n 번째 위치를 대표한다.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작은 예제: axes![B = 16] 에서 m![B / 4] 는 SIZE = 4 이고, 네 칸이 각각 B = 0, 4, 8, 12 을 대표한다. 즉 블록 대표 원소만 뽑아 세는 축이다.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나눗수는 반드시 축 크기를 정확히 나눠야 한다. 안 되면 런타임이 아니라 const 평가 단계에서 assert 가 터져 컴파일이 실패한다.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언제 쓰나: 데이터를 하드웨어 유닛에 분배할 때 쓴다. 슬라이스 번호, 칩 번호, 타일 번호가 전부 Stride 로 만들어진다.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(5) Modulo — m![B % 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블록 안의 위치를 고르는 안쪽 차원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axes![B = 512] 인 경우, dsl.rs:133-156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202045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D2 = m![B % 64];        // Modulo&lt;m![B], 64&gt;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const SIZE: usize =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assert!(L::SIZE % SIZE == 0,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"Modulo size must divide the original size");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SIZE                      // 64 (나눗수 그 자체가 크기)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fn map(i) = if i &lt; Self::SIZE { L::map(i % L::SIZE) } else { None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map(0)  = i![B % 64: 0]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map(63) = i![B % 64: 63]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map(64) = None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06458"/>
            <a:ext cx="11057839" cy="1490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% n. Stride 와 같은 우선순위의 후위 연산자다.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의미: 블록 하나의 내부만 본다. 크기는 나눗수 n 그 자체이고, 0 부터 n-1 까지가 블록 안의 위치다.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작은 예제: axes![B = 16] 에서 m![B % 4] 는 SIZE = 4 이고 네 칸이 블록 안의 0, 1, 2, 3 이다. Stride 와 달리 '어느 블록인가'는 말하지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Modulo 는 Resize 와 다르다. Resize 는 버퍼를 잘라 크기를 줄이지만, Modulo 는 원래 버퍼 크기를 유지하면서 그것을 같은 크기의 블록들로 나눈다.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언제 쓰나: 유닛 하나가 실제로 들고 있는 데이터를 기술할 때 쓴다. 슬라이스가 담는 타일, 레인이 담는 열이 전부 Modulo 로 표현된다.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/ n 은 '몇 번 블록인가', % n 은 '블록 안 몇 번째인가'. 둘은 한 축의 앞뒷면이다.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Stride 와 Modulo 를 같이 쓰면 그게 바로 타일링이다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m![B / 16] 은 블록 번호, m![B % 16] 은 블록 안 위치. 둘을 나란히 놓으면 m![B / 16, B % 16] 이고, 이것은 m![B] 와 동치다.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★ 핵심 — m![B / 4, B % 4], B::SIZE =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행 = 스트라이드 축(블록 번호), 열 = 모듈로 축(블록 안 위치)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% 4 = 0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% 4 = 1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% 4 = 2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% 4 = 3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/ 4 =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/ 4 = 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/ 4 =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 / 4 = 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B: 15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한 축을 / 와 % 로 쪼개 바깥을 하드웨어에, 안쪽을 데이터에 배정한다. 이것이 vISA 병렬화의 전부다.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분해 항등식 — E ≡ m![{E} / n, {E} % n]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스트라이드-모듈로 분해: 모든 E 에 대해, 그 크기 E::SIZE 가 n 으로 나누어떨어지면 E 와 m![{E} / n, {E} % n] 은 동치다.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동치라는 말의 뜻을 다시 새기자. SIZE 가 같고 모든 i 에서 map(i) 가 같다. 즉 쪼개기 전과 후가 완전히 같은 매핑이며, 데이터 복사도 재배치도 일어나지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그래서 타일링은 공짜다. 비용은 데이터 이동이 아니라, 쪼갠 두 차원을 어느 하드웨어 계층에 배정하느냐에서 생긴다.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항등식은 반복해서 적용할 수 있다. m![B] → m![B / 64, B % 64] → 다시 안쪽을 쪼개 m![B / 64, B % 64 / 8, B % 8] 식으로 3 단, 4 단 분해가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함께 외울 나머지 동치 항등식들: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멱등 연산 — 모든 E 에 대해 E 는 m![{E} / 1], m![{E} # E::SIZE], m![{E} = E::SIZE] 와 동치다. 즉 1 로 나누기, 원래 크기로 패딩, 원래 크기로 리사이즈는 아무 일도 하지 않는다.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1 로 나눈 모듈로 — 모든 E 에 대해 m![E % 1] 은 항등 매핑 m![1] 과 동치다. 블록 안 위치가 하나뿐이면 그 차원은 사라진다.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블록 하나로 타일링할 때 B / 32 = 1 이 항등 m![1] 로 단순해지는 것이 이 항등식의 실제 용례다.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E ≡ m![{E}/n, {E}%n] — 이 한 줄이 vISA 타일링의 수학적 근거다.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타일링 API — .tile() 은 인덱스 뷰다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axes![A = 8, B = 512]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tensor = unsafe { HbmTensor::&lt;bf16, m![1], m![A, B]&gt;::from_addr(0) };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view = tensor.view();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타일 차원 m![B], 타일 크기 2, 타일 매핑 m![A, B = 2 # 512]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tile01 = view.tile::&lt;m![B], 2, m![A, B = 2 # 512]&gt;(0);  // B 의 0..2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tile23 = view.tile::&lt;m![B], 2, m![A, B = 2 # 512]&gt;(2);  // B 의 2..4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타일링은 데이터 복사 없이 순수하게 메타데이터만 변환하는 인덱스 뷰로 구현된다. .tile() 은 한 차원을 타일 크기로 리사이즈하고 버퍼 안으로 오프셋을 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 차원 m![B] 는 어느 차원을 따라 나눌지, 타일 크기 2 는 타일당 원소 개수를, 시작 인덱스 0 과 2 는 어느 타일을 뽑을지 지정한다.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 매핑 m![A, B = 2 # 512] 의 B = 2 # 512 는 '차원 B 가 뷰 안에서는 논리 크기 2 지만 512 의 물리적 공간 안에 존재한다'는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# 512 를 빼먹으면 타일 사이의 스트라이드가 512 가 아니라 2 가 되어 뷰가 잘못된 버퍼 위치에서 읽는다. 초보가 가장 자주 내는 버그다.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타일링은 원소가 아니라 블록 단위로도 동작한다. B = 512 에서 m![B / 32] 는 16 개 블록을 갖고, tile::&lt;m![B / 32], 2, m![A, B / 32 = 2 # 16, B % 32]&gt;(i) 는 블록 {i, i+1} 을 덮는다. 타일 0 은 {0,1}, 타일 1 은 {1,2} 를 덮으므로 연속한 타일이 서로 겹친다.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(6) Padding — m![D # 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버퍼를 늘려 하드웨어 정렬 요구를 맞춘다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axes![C = 13, D = 61] — DMA 엔진은 행이 64 바이트 경계에서 시작하기를 요구한다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246266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E = m![C, D # 64];   // Pair&lt;m![C], Padding&lt;m![D], 64&gt;&gt;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assert_eq!(E::map(0),  Some(i![C: 0, D: 0]));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assert_eq!(E::map(60), Some(i![C: 0, D: 60]));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assert_eq!(E::map(61), None);   // padding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assert_eq!(E::map(62), None);   // padding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assert_eq!(E::map(63), None);   // padding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assert_eq!(E::map(64), Some(i![C: 1, D: 0]));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E::SIZE = 13 * 64 = 832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748662"/>
            <a:ext cx="11057839" cy="1761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기호: # n. 의미: 매핑의 크기를 n 으로 키우되, map 은 원래 안쪽 매핑 그대로다. 그래서 늘어난 칸은 어떤 텐서 인덱스에도 대응하지 않고 None 을 돌려준다.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예제 해설: D = 61 은 64 로 나누어떨어지지 않아 m![C, D] 는 정렬되지 않은 행을 만든다. m![C, D # 64] 는 행마다 여분의 원소 3 개를 써서 각 행을 64 바이트 경계에 정렬한다.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버퍼는 커지지만 담는 데이터 양은 그대로다. 유효 원소는 13 × 61 = 793 개이고 나머지 39 칸은 패딩이다.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언제 쓰나: 정렬 요구를 맞출 때, 그리고 커널이 하드웨어보다 적은 유닛을 쓸 때다. type Cluster = m![1 # 2] 는 활성 클러스터 1 개와 패딩 전용 클러스터 1 개로 '칩당 2 클러스터' 요구를 만족시킨다.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패딩은 개수뿐 아니라 내용도 타입의 일부다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세 가지 종류가 타입 수준에서 추적된다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9590"/>
                <a:gridCol w="1084788"/>
                <a:gridCol w="787346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표기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종류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슬롯의 성질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m![A # m] / m![A #{*} m]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Top (기본)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접근 가능하지만 임의의 값을 담는다. raw DM 텐서가 이 종류를 가진다. # 는 축약형이고 #{*} 는 종류를 명시적으로 적은 것이다.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m![A #{0} m]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Zero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접근 가능하며 0 을 담는 것으로 알려져 있다. Fetch Adapter 의 마스킹 단계가 # m 으로부터 이것을 만든다.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m![A #{!} m]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Bottom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접근 불가능하며 읽기/쓰기는 정의되지 않은 동작이다. 컴파일러가 피해야 하는 주소를 모델링한다.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(7) Resize — m![D = n] 과 Padding 대조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Padding (#) 버퍼를 늘린다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# n. SIZE 를 n 으로 키운다.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늘어난 칸은 map 이 None 이다. 데이터는 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m![C, D # 64] 는 D = 61 을 64 칸에 담아 정렬을 맞춘다.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용도: 정렬, 하드웨어 유닛 개수 채우기.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m![1 # 2] 처럼 Identity 위에 얹어 '유닛 하나만 쓴다'를 표현한다.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Resize (=) 논리 뷰를 줄인다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= n. SIZE 를 n 으로 줄인다.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새 크기를 넘어서는 인덱스를 잘라내고 그 범위 밖 원소는 버린다.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axes![C = 2, D = 3] 에서 m![C, D = 2] 는 SIZE = 4 이고 map(0..3) 이 (0,0),(0,1),(1,0),(1,1), map(4) = None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용도: 타일 뷰의 논리 크기 지정. .tile() 의 타일 매핑에서 B = 2 가 이것이다.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Modulo 와 혼동 금지 — Resize 는 버퍼를 잘라 크기를 줄이고, Modulo 는 원래 크기를 유지하며 같은 크기 블록으로 나눈다.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# 는 크게, = 는 작게. 그리고 = 는 % 와 다르다 — 자르기 vs 나누기.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Padding `#n` 과 Resize `=n` — 늘리기와 줄이기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둘 다 크기를 바꾸지만 방향과 목적이 반대다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512064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m![A # 8]   —  A=5 를 8로 채운다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286000"/>
            <a:ext cx="420624" cy="42062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2286000"/>
            <a:ext cx="420624" cy="42062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2286000"/>
            <a:ext cx="420624" cy="42062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286000"/>
            <a:ext cx="420624" cy="42062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32304" y="2286000"/>
            <a:ext cx="420624" cy="420624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2928" y="2286000"/>
            <a:ext cx="420624" cy="420624"/>
          </a:xfrm>
          <a:prstGeom prst="rect">
            <a:avLst/>
          </a:prstGeom>
          <a:solidFill>
            <a:srgbClr val="F3D9D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3552" y="2286000"/>
            <a:ext cx="420624" cy="420624"/>
          </a:xfrm>
          <a:prstGeom prst="rect">
            <a:avLst/>
          </a:prstGeom>
          <a:solidFill>
            <a:srgbClr val="F3D9D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4176" y="2286000"/>
            <a:ext cx="420624" cy="420624"/>
          </a:xfrm>
          <a:prstGeom prst="rect">
            <a:avLst/>
          </a:prstGeom>
          <a:solidFill>
            <a:srgbClr val="F3D9D9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61488"/>
            <a:ext cx="3364992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뒤 3칸은 임의값. 하드웨어 단위에 맞추려고 채운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493776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m![A = 3]   —  A=5 를 3으로 줄인다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2286000"/>
            <a:ext cx="420624" cy="420624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31152" y="2286000"/>
            <a:ext cx="420624" cy="420624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1776" y="2286000"/>
            <a:ext cx="420624" cy="420624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2286000"/>
            <a:ext cx="420624" cy="420624"/>
          </a:xfrm>
          <a:prstGeom prst="rect">
            <a:avLst/>
          </a:prstGeom>
          <a:solidFill>
            <a:srgbClr val="ECF0F4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A6B0BA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2286000"/>
            <a:ext cx="420624" cy="420624"/>
          </a:xfrm>
          <a:prstGeom prst="rect">
            <a:avLst/>
          </a:prstGeom>
          <a:solidFill>
            <a:srgbClr val="ECF0F4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A6B0BA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761488"/>
            <a:ext cx="3108960" cy="21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뒤 2칸은 논리적으로 없는 셈 친다(절단)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209544"/>
            <a:ext cx="11057839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Padding 은 하드웨어 요구 때문에 쓴다. 레인 8개, flit 32바이트처럼 딱 떨어져야 하는 단위에 맞추려면 채울 수밖에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채운 칸의 값은 정해져 있지 않다. 0 이라고 가정하면 안 된다. 리듀스에서 반드시 제외해야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Resize 는 반대로 논리적 크기를 줄인다. 큰 버퍼의 앞부분만 쓰고 싶을 때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실전 함정: m![A / 4] 는 A 가 4로 나눠떨어져야 한다. 안 되면 먼저 m![A # 8 / 4] 처럼 패딩을 걸어 나눠떨어지게 만든다.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연산자 (8) Escape — m![{ X }]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복잡한 매핑에 이름을 붙여 재사용한다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8, B = 512];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L = m![A];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R = m![B];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E = m![{ L }, { R }];   // m![A, B] 와 동치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0..E::SIZE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assert_eq!(E::map(i), &lt;m![A, B]&gt;::map(i));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실전 형태: 하드웨어 차원을 이름으로 고정한다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= m![I / 32, J / 32];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= m![J % 8];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기호: 중괄호. 이미 정의된 타입 별칭을 매핑식 안으로 끌어온다.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의미: 순전히 문법적인 장치다. m![{ L }, { R }] 은 L 과 R 을 펼쳐 쓴 것과 완전히 같은 매핑을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언제 쓰나: 복잡한 매핑을 이름 붙은 재사용 가능한 구성 요소로 분해할 때다. 슬라이스 매핑처럼 커널 여러 곳에서 반복되는 표현을 한 곳에서 정의한다.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앞서 본 동치 항등식들이 전부 { } 표기로 쓰여 있는 이유도 이것이다. m![{E} / n, {E} % n] 에서 E 는 '임의의 매핑'을 가리키는 자리이고, 중괄호가 그것을 매핑식 문법 안으로 넣어 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이스케이프 안의 매핑은 하나의 단위로 취급된다. 그래서 우선순위 문제를 피하는 수단으로도 쓰인다.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우선순위와 결합성 — 문법 그대로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furiosa-mapping-macro-0.4.0/src/parser/parser.lalrpop:41-81 에서 확인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714"/>
                <a:gridCol w="4797060"/>
                <a:gridCol w="516606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레벨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결합성 / 세기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Mapping0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&lt;Mapping1&gt; , &lt;Mapping0&gt;  →  Pair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우결합. 가장 느슨하다(가장 나중에 묶인다).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Mapping1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/ Stride, % Modulo, = Resize, # Padding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넷 다 같은 우선순위이고 모두 좌결합이다.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Mapping2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Symbol, 1, { escape }, ( ), [ 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가장 강하다(가장 먼저 묶인다).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함정 — C % 32 / 2 는 (C % 32) / 2 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좌결합이므로 왼쪽 연산자가 먼저 적용된다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m![C % 32 / 2]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= Stride&lt; Modulo&lt; Symbol&lt;C&gt;, 32 &gt;, 2 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^ 나중(/ 2)      ^ 먼저(% 32)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axes![I = 512] 로 실제 계산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1) I % 32  → Modulo, SIZE = 32,  map(x) = i![I: x]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2) ... / 2 → Stride, SIZE = 32 / 2 = 16, map(i) = inner.map(i * 2)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결과: 크기 16, 값 0, 2, 4, ..., 30 → 32 블록 안의 짝수 위치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assert_eq!(&lt;m![I % 32 / 2]&gt;::SIZE, 16);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assert_eq!(&lt;m![I % 32 / 2]&gt;::map(1), Some(i![I: 2]));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거울 예제: B / 32 % 2 = (B / 32) %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m![B / 32 % 2] = Modulo&lt; Stride&lt; Symbol&lt;B&gt;, 32 &gt;, 2 &gt;   // SIZE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두 예제가 같은 규칙을 반대 방향으로 보여 준다. 앞의 것은 % 가 먼저, 뒤의 것은 / 가 먼저다. 순서를 정하는 것은 연산자의 종류가 아니라 왼쪽에 있느냐다.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또 하나의 함정: m![A, B / 64] 는 Pair&lt;m![A], Stride&lt;m![B], 64&gt;&gt; 이지 Stride&lt;Pair&lt;...&gt;, 64&gt; 가 아니다. 쉼표가 항상 가장 바깥이다.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디바이스 텐서 타입을 읽을 때 이 두 가지만 기억하면 헷갈리지 않는다. 먼저 쉼표로 크게 자르고, 각 조각 안에서 왼쪽부터 순서대로 적용한다.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불안하면 괄호나 이스케이프를 써서 의도를 명시하면 된다. 문법적으로 [ ] 와 { } 가 가장 강한 레벨이다.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쉼표로 먼저 자르고, 조각 안에서는 왼쪽부터. 이 순서만 지키면 어떤 매핑식도 읽힌다.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중첩 분해 — 비트를 재배열한다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매핑은 주소 비트의 순열이 될 수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axes![B = 512] — 세 차원으로 쪼개되 버퍼 비트 배치와 텐서 비트 배치가 다르다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202045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E = m![B / 64, B % 32, B / 32 % 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크기: 8 × 32 × 2 = 512  (B 를 빠짐없이, 겹침 없이 분할)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버퍼 인덱스: 64*i + 2*j + k   (i=블록, j=블록 안 위치, k=서브블록)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텐서 인덱스: B = 64*i + j + 32*k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assert_eq!(E::map(67), Some(i![B: 97]));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67 = 64*1 + 2*1 + 1  (i=1, j=1, k=1)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B  = 64*1 + 1 + 32*1 = 97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역검산: 97 / 64 = 1,  97 % 32 = 1,  (97 / 32) % 2 =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06458"/>
            <a:ext cx="11057839" cy="1490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2 진수로 보면 이것은 비트 위치를 재배열한다. 버퍼의 001_00001_1 이 B = 001_1_00001 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버퍼는 비트를 [8:6]_[5:1]_[0] 으로 묶는 반면 B 는 [8:6]_[5]_[4:0] 으로 묶는다. 같은 512 개 값을 다른 비트 순서로 세는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이런 재배열은 뱅크 인터리빙이나 캐시 효율을 위해 주소 비트를 재정렬하는 하드웨어 메모리 레이아웃에 자연스럽게 대응한다.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세 매핑의 크기 곱이 정확히 512 라는 점을 확인하라. 크기 곱이 축 크기와 같으면 그 분해는 축을 빠짐없이 겹침 없이 덮는다. 매핑을 검산하는 가장 빠른 방법이다.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여기서 map 이 세 개의 부분 인덱스를 합쳐 하나의 i![B: 97] 을 만든다는 점도 눈여겨보라. '담는다'의 정의에 나오는 부분 인덱스의 합이 바로 이것이다.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크기 곱 = 축 크기. 이 등식이 성립하는지부터 확인하는 습관을 들여라.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고급 (1) Skew — 대각선 접근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스큐 축은 두 차원에 걸친 대각선 접근 패턴을 만든다. 기존 축들 사이의 산술적 차이로 정의되는 파생 축 이름을 도입한다.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예를 들어 B' = B - A 는 새 축 B' 를 정의하며, 이 축의 좌표는 어느 지점에서든 B 에서 A 를 뺀 값이다.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표현식 m![A, B' = 4] 는 각 행이 이전 행에 대해 이동된 매핑을 만든다. = 연산자는 스큐 이후의 논리 크기를 지정한다.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결과는 모듈러 산술로 순환한다. axes![A = 4, B = 4] 에서 (A, B') = (1, 3) 은 원래 좌표 B = (B' + A) % 4 = (3 + 1) % 4 = 0 으로 되돌아간다.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구체적으로 (A, B') → (A, B) 는 (0,0)→(0,0), (0,1)→(0,1), (1,0)→(1,1), (1,1)→(1,2), (1,2)→(1,3), (1,3)→(1,0) 이 된다. 행마다 시작점이 한 칸씩 밀린다.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언제 쓰나: 특정 wavefront 계산처럼 대각선을 따라 데이터를 처리하는 알고리즘이 이 패턴을 쓴다. 뱅크 충돌 회피를 위한 대각선 배치와 같은 발상이다.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부에서는 개념만 잡는다. 스큐 축과 다음 장의 슬라이딩은 0.4.0 구현 세부를 소스로 대조하지 않았으므로, 여기 서술은 책의 정의에 한정한다.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고급 (2) Sliding — 컨볼루션의 겹침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슬라이딩 연산은 겹치는 데이터 블록에 접근하며, 합성곱 신경망에 필수적이다.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예제: 모양 {N = 5, F = 3} 인 텐서를 9 개 원소 버퍼로 나타낸다. 각 행은 한 번에 한 원소씩 미끄러지는 3 원소 슬라이스다. 텐서 원소 (N, F) 는 버퍼 인덱스 N + 2F 로 매핑된다.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 결과 N = 0 행은 버퍼 0, 2, 4 를, N = 1 행은 1, 3, 5 를, N = 4 행은 4, 6, 8 을 읽는다. 서로 다른 행이 같은 버퍼 칸을 공유한다.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이것은 N 축이 스트라이드 1 을, F 축이 스트라이드 2 를 갖는 선형 결합 표현식으로 나타내며, 전체 크기는 1 + (5-1)*1 + (3-1)*2 = 9 가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일반형은 $(e1:n1, ..., ed:nd) 이고 크기는 1 + sum_k((size(ek) - 1) * nk) 로 정의된다. 여러 차원을 지정된 스트라이드로 결합한다.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결정적 차이: 이 패턴에서는 하나의 공간 인덱스가 여러 텐서 인덱스로 매핑될 수 있다. 버퍼 인덱스 4 는 {4_N}, {2_N, 1_F}, {2_F} 로 동시에 대응한다. 즉 매핑은 일대일이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선형 결합은 외적 합을 인코딩할 수 있다. e1 * e2 는 $(e1 : size(e2), e2 : 1) 과 동치다. 다만 외적 합이 축 재정렬에 더 강해서 선호된다. e1 * e2 를 e2 * e1 로 바꿔도 스트라이드를 손으로 고칠 필요가 없기 때문이다.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Sliding 은 겹침을 허용한다. 같은 데이터를 복사하지 않고 여러 창(window)이 공유하게 만든다.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공간 차원 — Chip / Cluster / Slice / 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HostTensor 는 매핑 하나로 끝이지만 디바이스 텐서는 레이아웃을 전용 차원으로 나눠 담는다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199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4"/>
                <a:gridCol w="3062171"/>
                <a:gridCol w="3912774"/>
                <a:gridCol w="289205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개수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타입 제약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패딩 예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Chip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시스템에 따라 다름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Chip::SIZE == NUM_CHIPS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m![1 # NUM_CHIPS]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Cluster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Chip 당 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Cluster::SIZE == 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m![1 # 2]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Cluster 당 256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Slice::SIZE == 256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m![X / N # 256]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Lane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당 8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Lane::SIZE &lt;= 8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시간 차원 — Time 과 Packet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워크드 예제 A: Fetch Engine 출력 스트림을 읽어낸다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axes![N = 4, C = 64, H = 32, W = 32] — spatial-temporal-dimensions.md:128-137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4151376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type T&lt;'l&gt; = TuTensor&lt;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'l,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{ Position::Fetch },   // Fetch Engine 의 출력 단계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bf16,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m![1],                 // Chip:    칩 1 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m![1],                 // Cluster: 클러스터 1 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m![C / 2],             // Slice:   64 채널을 32 슬라이스에 분산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m![N, H, W],           // Time:    4 * 32 * 32 = 4096 회 반복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m![C % 2],             // Packet:  매 반복 슬라이스당 2 채널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&gt;;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시간 차원 — Time 과 Packet —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워크드 예제 A: Fetch Engine 출력 스트림을 읽어낸다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한 줄씩 읽는다. Slice = m![C / 2] 이므로 SIZE = 64 / 2 = 32 이고, 채널 축 C 의 블록 번호가 슬라이스 번호가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Time = m![N, H, W] 이므로 SIZE = 4 * 32 * 32 = 4096 이다. 시간 반복이 4,096 회라는 뜻이고, N 이 가장 느리게 W 가 가장 빠르게 변한다.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Packet = m![C % 2] 이므로 매 반복마다 각 슬라이스가 채널 2 개를 받는다. 32 슬라이스가 병렬로 동작하므로 한 반복이 32 × 2 = 64 채널, 즉 C 축 전체를 처리한다.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검산: 4096 반복 × 64 채널 = 262,144 = N·C·H·W = 4 × 64 × 32 × 32 다. 빠짐도 중복도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Time 은 순차 루프 카운터이고 하드웨어가 부과하는 크기 한도가 없다. 처리할 데이터 양에 따라 커진다. 반면 Slice·Packet 은 공간 차원이라 하드웨어 개수에 묶인다.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핵심 사고법: C 를 / 2 (바깥)와 % 2 (안쪽)로 쪼개, 바깥은 슬라이스 공간에 안쪽은 패킷에 배정했다. 앞서 배운 분해 항등식이 그대로 병렬화 결정이 된 것이다.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바깥 차원 → 하드웨어 유닛 또는 시간 루프, 안쪽 차원 → 유닛이 한 번에 받는 데이터. 매핑 한 줄이 스케줄이다.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워크드 예제 B — 실제 GEMM 커널의 매핑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/home/jun/yik/src/kernel/gemm_kernel.rs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axes![I = 512, J = 512, K = 64]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21408"/>
            <a:ext cx="11057839" cy="4151376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Chip    = m![1];               // 칩 1 개 (#[device(chip = 1)])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Cluster = m![1 # 2];           // 활성 1 + 패딩 1 → SIZE ==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  = m![I / 32, J / 32];  // 16 × 16 = 256 슬라이스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  = m![J % 8];           // SIZE == 8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읽어야 할 한 줄: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b_trf: TrfTensor&lt;bf16, Chip, Cluster, Slice, Lane, m![J / 8 % 4, K]&gt;;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워크드 예제 B — 실제 GEMM 커널의 매핑 한 줄 —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/home/jun/yik/src/kernel/gemm_kernel.rs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28800"/>
            <a:ext cx="11057839" cy="3730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Slice 검산: I / 32 는 512 / 32 = 16, J / 32 도 16, Pair 이므로 16 × 16 = 256 이다. 하드웨어 제약 Slice::SIZE == 256 을 정확히 만족한다.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즉 슬라이스는 (I-블록, J-블록)의 16 × 16 격자다. 슬라이스 하나가 하나의 (I-블록, J-블록) 쌍을 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Element 매핑 m![J / 8 % 4, K] 는 좌결합 규칙에 따라 (J / 8) % 4 로 읽는다. J / 8 은 크기 64, 거기에 % 4 를 얹으면 크기 4 다. 따라서 Element::SIZE = 4 × 64 = 256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같은 커널의 출력 텐서는 DmTensor&lt;bf16, Chip, Cluster, Slice, m![I % 32, J % 32]&gt; 이고, 슬라이스 하나가 담는 타일은 32 × 32 = 1,024 개다. 전체 검산은 256 슬라이스 × 1,024 = 262,144 = 512 × 512 = I·J 로 정확히 맞는다.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주의: 커널 소스의 주석 "Each slice handles a 16 × 16 output tile" 은 틀렸다. 16 × 16 은 슬라이스 격자의 치수이지 타일 크기가 아니다. 타일이 16 × 16 이라면 256 × 256 = 65,536 이 되어 I·J = 262,144 와 맞지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파일의 "Switch Engine distributes B across 256 slices" 주석도 오해 소지가 있다. 실제로 switch() 는 호출되지 않으며 슬라이스 분배는 to_dm 의 Slice 타입 매개변수가 수행한다.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매핑은 검산할 수 있다. 주석은 검산할 수 없다. 크기 곱을 직접 계산하는 습관이 주석 오류를 잡아낸다.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워크드 예제 B 계속 — J 축 하나가 세 계층으로 쪼개진다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Slice = m![I/32, J/32], Lane = m![J%8], Element = m![J/8%4, K]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894"/>
                <a:gridCol w="1686789"/>
                <a:gridCol w="1124526"/>
                <a:gridCol w="562263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차원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크기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J 에 기여하는 부분 인덱스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(J 쪽)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J / 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i![J: 32·j₃] — J 의 비트 [8:5]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Element (J 쪽)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J / 8 % 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i![J: 8·j₂] — J 의 비트 [4:3]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J %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i![J: j₀] — J 의 비트 [2:0]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 읽기 절차: (1) 쉼표로 자른다 (2) 각 조각을 좌결합으로 푼다 (3) 크기 곱이 축 크기와 같은지 검산한다.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흔한 실수 모음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나눠떨어지지 않는 Stride/Modulo — / 와 % 의 나눗수는 축 크기를 정확히 나눠야 한다. J = 512 에서 m![J / 7] 은 런타임 오류가 아니라 const assert 로 컴파일이 실패한다. 메시지는 "Stride size must divide the original size"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맨몸 정수 오용 — 매핑식에서 허용되는 맨몸 정수는 1(Identity)뿐이다. m![64] 는 컴파일 오류이고, 크기가 필요하면 axes! 로 이름을 붙여야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패딩 슬롯을 유효 데이터로 착각 — # 로 늘어난 칸은 map() 이 None 이고, 기본 종류인 Top 은 임의의 값을 담는다. 마스킹 없이 축약에 넣으면 결과가 오염된다.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Resize 와 Modulo 혼동 — = 는 버퍼를 잘라 크기를 줄이고, % 는 원래 크기를 유지하며 블록으로 나눈다. 정반대다.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타일 스트라이드 누락 — .tile() 의 타일 매핑에서 B = 2 # 512 의 # 512 를 빼면 타일 간격이 512 가 아니라 2 가 되어 뷰가 잘못된 버퍼 위치를 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쉼표 우선순위 착각 — m![A, B / 64] 는 Pair&lt;m![A], Stride&lt;m![B], 64&gt;&gt; 다. 쉼표가 항상 가장 바깥이라는 것을 기억한다.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부분 충전 레인 — 이건 사용자 잘못이 아닌 실측 사례다. 벤더가 valid_size_{1,2,4} 로 이름 붙인 예제들이 --backend npu 에서 죽는다. 출력 매핑이 m![A, 1 # 8], m![A, R / 4 # 8], m![A, R / 2 # 8] 로 셋 다 256 바이트인데, 백엔드는 buffer.size() (256) != num_chips * intra_chip_size (228) 로 계산한다. 부분 충전 레인 그룹의 꼬리 패딩이 DRAM 크기 계산에서 누락되는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타입체크 통과가 실기 동작을 보장하지 않는다 — 실측으로, 벤더 예제 크레이트를 --backend typecheck 로 빌드하면 커널 낮추기 오류가 0 건인데 --backend npu 로는 커널 200 개 중 63 개가 실패한다(137 개 성공, 68.5%). 실패 문구 상당수가 매핑 모양이지만 전부는 아니며 63 개 중 13 개는 internal compiler error 다. ICE 는 사용자가 매핑을 고쳐서 피할 수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세대 함정 — 이 서버 세대는 0.4.0 이고 to_dm 은 명시적 주소 인자를 제거했다. 그런데 위 gemm 커널은 to_dm(&amp;mut ctx.tdma, 0) 처럼 0.3 시그니처로 쓰여 있다. 매핑 자체의 논리는 세대와 무관하게 유효하지만 API 는 다르다.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매핑의 SIZE 와 map 은 순수 CPU 코드다. NPU 없이 plain cargo test 로 전부 검증된다.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NPU 없이 매핑 확인하기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카드도 래퍼도 필요 없다. 매핑은 순수 CPU 코드다.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#[cfg(test)]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mod m_play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use furiosa_opt_std::prelude::*;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axes![I = 512, J = 512, K = 64];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#[test] fn slice_is_256()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assert_eq!(&lt;m![I / 32, J / 32]&gt;::SIZE, 256);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#[test] fn tile_is_32x32()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assert_eq!(&lt;m![I % 32, J % 32]&gt;::SIZE, 1024);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#[test] fn stride_mod_equiv_j()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type E = m![J / 64, J % 64];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for i in 0..512 { assert_eq!(E::map(i), &lt;m![J]&gt;::map(i));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#[test] fn order_of_ops()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assert_eq!(&lt;m![I % 32 / 2]&gt;::SIZE, 16);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assert_eq!(&lt;m![I % 32 / 2]&gt;::map(1), Some(i![I: 2]));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매핑을 배우는 가장 좋은 방법은 map() 을 직접 찍어 보는 것이다. 위 테스트들은 이 부에서 다룬 검산을 그대로 코드로 옮긴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잘못된 나눗수 m![J / 7] 을 일부러 써서 컴파일 실패를 유도해 보면 '잘못된 레이아웃은 애초에 빌드되지 않는다'는 타입 수준 불변식을 눈으로 확인할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다만 역은 성립하지 않는다. SIZE/map 단위 테스트와 typecheck 를 모두 통과한 매핑도 --backend npu 에서 낮추기에 실패할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주의: 사이클 스케줄을 보려고 컴파일 계측 옵션을 쓸 때는 CARGO_TARGET_DIR 을 별도 경로로 지정해 사용자 프로젝트의 target/ 을 오염시키지 않는다.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NPU 없이 매핑 확인하기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매핑 한 줄에 타일링·하드웨어 배치·병렬화가 전부 들어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m![I / 32, J / 32] 는 타일 격자이자 슬라이스 배치이자 병렬화 전략이다. 셋은 서로 다른 이야기가 아니라 같은 한 줄의 세 가지 읽기다.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7부 · 매핑 m![] — vISA의 심장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★ Stride와 Modulo를 같이 쓰면 그것이 타일링이다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axes![A = 12] 을 4개짜리 블록 3개로 나눈다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21992"/>
            <a:ext cx="4572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9616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77056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4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2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79008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2240280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71800"/>
            <a:ext cx="4572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A/4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2990088"/>
            <a:ext cx="47548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99616" y="2990088"/>
            <a:ext cx="47548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75104" y="2990088"/>
            <a:ext cx="47548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0592" y="2990088"/>
            <a:ext cx="475488" cy="475488"/>
          </a:xfrm>
          <a:prstGeom prst="rect">
            <a:avLst/>
          </a:prstGeom>
          <a:solidFill>
            <a:srgbClr val="E3EEFB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990088"/>
            <a:ext cx="475488" cy="475488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568" y="2990088"/>
            <a:ext cx="475488" cy="475488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77056" y="2990088"/>
            <a:ext cx="475488" cy="475488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52544" y="2990088"/>
            <a:ext cx="475488" cy="475488"/>
          </a:xfrm>
          <a:prstGeom prst="rect">
            <a:avLst/>
          </a:prstGeom>
          <a:solidFill>
            <a:srgbClr val="FDEBD3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28032" y="2990088"/>
            <a:ext cx="475488" cy="475488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990088"/>
            <a:ext cx="475488" cy="475488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79008" y="2990088"/>
            <a:ext cx="475488" cy="475488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54496" y="2990088"/>
            <a:ext cx="475488" cy="475488"/>
          </a:xfrm>
          <a:prstGeom prst="rect">
            <a:avLst/>
          </a:prstGeom>
          <a:solidFill>
            <a:srgbClr val="E2F4E8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6" y="3081528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블록 번호 (0,0,0,0, 1,1,1,1, 2,2,2,2)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648456"/>
            <a:ext cx="4572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A%4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99616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75104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50592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01568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77056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2544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28032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79008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3666744"/>
            <a:ext cx="47548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4576" y="3758184"/>
            <a:ext cx="31089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블록 안 위치 (0,1,2,3 반복)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453128"/>
            <a:ext cx="11057839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m![A/4] 은 '몇 번째 블록인가', m![A%4] 는 '블록 안 몇 번째인가'를 준다. 둘을 합치면 원래 인덱스가 복원된다.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항등식: E ≡ m![{E}/n, {E}%n]  — 어떤 축이든 스트라이드와 모듈로로 쪼갤 수 있고, 쪼개도 의미는 같다.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쪼갠 두 조각을 서로 다른 하드웨어 차원에 배정하면 그게 타일링이다. 예: 블록 번호는 Time(순차 반복), 블록 안 위치는 Lane(동시 처리).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주의: m![A/n] 은 A의 크기가 n으로 나눠떨어져야 한다. 안 되면 컴파일 단계에서 막힌다. 그래서 Padding(#)이 필요해진다.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4부에서 배운 타일링이 vISA에서는 새 문법이 아니라 '/'와 '%' 두 글자로 표현된다.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커널 완전 해부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constant_add 부터 GEMM · MNIST 까지 실제로 돌려본 코드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부에서 가는 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vISA 커널은 전부 같은 골격을 쓴다. HBM 에서 DM 으로 내리고(to_dm), 파이프라인 체인을 엮고(begin → fetch → collect → … → commit), 다시 HBM 으로 올린다(to_hbm). 예제 5개는 이 골격 위에 개념을 하나씩만 더한다.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constant_add — 파이프라인 뼈대 자체. Vector Engine 으로 상수 하나 더하기.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elementwise_mul — sub 컨텍스트와 VRF. 두 번째 피연산자를 어디에 세워 둘 것인가.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dot_product — 첫 축약. contract 4단과 TRF. 리듀스가 정확히 어느 단계에서 일어나는가.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GEMV — 출력축을 슬라이스에 분산. 가중치는 TRF 에, 활성은 스트림으로.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7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GEMM — 출력 두 축을 함께 슬라이스에 매핑. 타일링이 타입 시그니처에 그대로 드러난다. 이 부의 하이라이트다.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그다음 MNIST. 예제가 아니라 실제 학습된 가중치를 가진 2층 MLP 를 RNGD 카드에 올려 10장 전부 정답을 받은 결과와, 컴파일러가 뽑은 22개 인스트럭션 스케줄을 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예제 5개는 난이도 순이 아니라 '개념 추가 순'이다. 각 예제에서 새로 등장하는 줄 하나만 보면 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5개 예제가 각각 새로 가르치는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630"/>
                <a:gridCol w="1074190"/>
                <a:gridCol w="4675886"/>
                <a:gridCol w="341213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예제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dtype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쓰는 엔진 구간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새로 배우는 개념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constant_add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Fetch→Collect→Vector→Commit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파이프라인 뼈대, vector_fxp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elementwise_mul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i32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위 + sub→VRF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sub 컨텍스트, VRF operand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dot_product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Fetch→Collect→Contraction→Cast→Commit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 4단, TRF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gemv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위 + 슬라이스 분산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출력축 I 를 슬라이스에 분산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위 + 출력 2축 타일링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= m![I/32, J/32]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엔진이 다르면 데이터 타입도, 피연산자를 세워 두는 레지스터 파일(VRF vs TRF)도 다르다.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constant_add — 코드 전문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src/kernel/constant_add_kernel.rs (책 Quick Start 원문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37490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use furiosa_opt_std::prelude::*;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2048];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Chip    = m![1];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Cluster = m![1 # 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  = m![A / 8 # 256];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#[device(chip = 1)]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fn constant_add_kernel(ctx: &amp;mut Context,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input: &amp;HbmTensor&lt;i32, Chip, m![A]&gt;) -&gt; HbmTensor&lt;i32, Chip, m![A]&gt;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 HBM → DM: split 2048 elements across 256 slices (8 elements per slice)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dm = input.to_dm::&lt;Cluster, Slice, m![A % 8]&gt;(&amp;mut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result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.main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.begin(dm.view())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.fetch::&lt;m![1],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.collect::&lt;m![1],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.vector_init()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.vector_intra_slice_tag(TagMode::Zero)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.vector_fxp(FxpBinaryOp::AddFxp, 1)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.vector_final()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.commit_trim::&lt;m![A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.commit::&lt;m![A % 8]&gt;();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 DM → HBM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result.to_hbm(&amp;mut ctx.tdma)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길이 2048 벡터의 각 원소에 1 을 더하는 커널이 전부 이것이다. 이 28줄이 vISA 커널의 최소 완성형이다.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constant_add — 코드 전문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constant_add — 줄별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1702"/>
                <a:gridCol w="3607522"/>
                <a:gridCol w="4548615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왜 그 값인가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axes![A = 2048]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논리 축 A 를 길이 2048 로 선언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축은 이름으로 식별된다. 위치가 아니라 이름이 의미를 담는다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Chip = m![1]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 1개만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 커널은 단일 칩 커널이다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Cluster = m![1 # 2]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클러스터 2개 중 1개만 쓰고 2개로 패딩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 는 칩당 클러스터 2개. 나머지 1개는 유휴다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= m![A / 8 # 256]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 를 8 씩 잘라 256 슬라이스에 분산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2048 / 8 = 256. 클러스터당 슬라이스가 정확히 256개다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to_dm::&lt;…, m![A % 8]&gt;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→ DM, 슬라이스당 8원소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 % 8 = 슬라이스 내부 원소 개수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fetch::&lt;m![1], m![A % 8]&gt;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에서 스트림으로. Time=1, Packet=8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시간 반복 없이 한 번에 8원소를 흘린다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collect::&lt;m![1], m![A % 8]&gt;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스트림을 32바이트 flit 으로 정규화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i32 8개 = 32바이트 = 정확히 1 flit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vector_init()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Engine 진입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 체인의 시작 표시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vector_intra_slice_tag(TagMode::Zero)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내부 체인 시작, 매 사이클 무조건 실행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Zero 는 조건 없이 파이프라인을 매 사이클 돌린다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vector_fxp(FxpBinaryOp::AddFxp, 1)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8원소 각각에 상수 1 을 더한다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operand 자리에 상수 1 이 들어간 형태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vector_final()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Engine 종료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 체인의 끝 표시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commit_trim / commit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패킷을 commit 폭으로 자르고 DM 에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입력 DM 영역과 겹치면 안 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vector_fxp 한 줄이 실제 연산이고, 나머지는 전부 '데이터를 엔진이 원하는 모양으로 만들기'다.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elementwise_mul — 두 스트림을 Vector Engine 으로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src/kernel/elementwise_mul_kernel.rs (핵심부, 원문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lhs_dm = lhs.to_dm::&lt;Cluster, Slice, m![A % 8]&gt;(&amp;mut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rhs_dm = rhs.to_dm::&lt;Cluster, Slice, m![A % 8]&gt;(&amp;mut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Sub context: load rhs into VRF (runs concurrently with the main context below).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rhs_vrf: VrfTensor&lt;i32, Chip, Cluster, Slice, m![A % 8]&gt;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.begin(rhs_dm.view())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.collect::&lt;m![A % 8 / 8], m![A % 8 %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.to_vrf();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Main context: multiply every lhs element by its rhs counterpart from VRF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result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.main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.begin(lhs_dm.view())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constant_add 와 딱 두 곳이 다르다. 첫째, sub 컨텍스트 파이프라인이 하나 생겼고 그 끝이 .to_vrf() 다. 둘째, vector_fxp 의 operand 자리에 상수 1 대신 &amp;rhs_vrf 라는 VRF 텐서 참조가 들어간다.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vector_fxp 의 두 번째 인자는 상수도 받고 VRF 텐서 참조도 받는다. 그래서 '상수 더하기'와 '벡터끼리 곱하기'가 같은 명령 하나로 표현된다.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MulInt 는 FxpMul ALU 를 쓰고 AddFxp 는 FxpAdd ALU 를 쓴다. 한 Vector Engine 패스 안에서 같은 ALU 를 두 번 쓰면 컴파일러가 거부한다. AddFxp 와 SubFxp 는 같은 FxpAdd 를 공유하므로 한 패스에 둘 다 넣을 수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두 벡터를 곱하는데 왜 스트림이 하나뿐인가. 한쪽은 흐르고, 다른 한쪽은 VRF 에 세워 둔 채 매 사이클 읽히기 때문이다.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elementwise_mul — 두 스트림을 Vector Engine 으로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.collect::&lt;m![1], 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.vector_init()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.vector_intra_slice_tag(TagMode::Zero)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.vector_fxp(FxpBinaryOp::MulInt, &amp;rhs_vrf)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.vector_final()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.commit_trim::&lt;m![A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.commit::&lt;m![A % 8]&gt;();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두 개의 실행 컨텍스트 — main 과 sub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ctx.main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 연산을 실행한다. 이 예제에서는 lhs 를 DM 에서 파이프라인으로 흘려보내며 Vector Engine 을 통과시킨다.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흐르는 피연산자는 '스트림'이다. 매 사이클 새 flit 이 들어온다.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main 이 아직 sub 가 채우는 중인 피연산자를 필요로 하면, main 은 자동으로 sub 를 기다린다. 동기화 코드를 손으로 쓰지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타입 시그니처의 const-generic Tu 가 { Tu::Main } 인지 { Tu::Sub } 인지로 어느 컨텍스트를 흐르는 텐서인지 구분된다.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ctx.sub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동시 실행 파이프라인이다. main 이 계산하는 동안 피연산자를 VRF 나 TRF 로 미리 적재하는 프리페치 역할을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세워 두는 피연산자는 '정지 상태(stationary)'다. 레지스터 파일에 올라간 뒤 매 사이클 같은 자리에서 읽힌다.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VRF 는 Vector Engine 용 슬라이스당 8 KB 피연산자 레지스터 파일이고, TRF 는 Contraction Engine 용 레인당 8 KB(슬라이스당 8레인) 레지스터 파일이다. 쓰는 엔진이 다르면 세워 두는 파일도 다르다.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컨텍스트는 같은 평탄한 SRAM 을 공유한다. 그래서 lhs_dm 과 rhs_dm 은 서로소인 DM 영역을 차지해야 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'하나는 흐르고 하나는 선다'는 이 구조가 이후 dot_product·GEMV·GEMM 에서 그대로 반복된다. 서 있는 쪽이 곧 가중치다.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dot_product — 첫 축약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src/kernel/dot_product_kernel.rs (원문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2048];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= m![1 # 256]; // 1 active slice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Time  = m![1];       // No temporal iteration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= m![1];       // No lane parallelism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Sub context: load rhs into TRF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rhs: TrfTensor&lt;bf16, Chip, Cluster, Slice, Lane, m![A]&gt;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.begin(rhs.view())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.fetch::&lt;Time, m![A]&gt;()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.collect::&lt;m![{ Time }, A / 16], m![A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.to_trf();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Main context: stream lhs through the Contraction Engine, reduce along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내적 I, I → 1 은 브로드캐스트 단계가 없다. 두 피연산자의 축이 이미 일치하므로 곧바로 곱하고 같은 축을 따라 리듀스한다.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여기서 세워 두는 곳이 VRF 가 아니라 TRF 로 바뀐다. TRF 는 Contraction Engine 이 매 사이클 읽는 슬라이스별·레인별 레지스터 파일이다. TrfAddress::Full 은 TRF 전체를 이 텐서 하나에 할당한다는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Slice = m![1 # 256] 이므로 활성 슬라이스는 단 1개다. A=2048 전체 내적을 한 슬라이스 안에서 끝낸다. m![A / 8 # 256] 로 바꾸면 256개 전부에 분산된다.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vector_* 가 사라지고 contract_* 4단이 그 자리를 대신한다. 축약 커널의 형태다.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dot_product — 첫 축약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result: DmTensor&lt;bf16, Chip, Cluster, Slice, m![1 # 8]&gt;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.main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.begin(lhs.view())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.fetch::&lt;Time, m![A]&gt;()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.collect::&lt;m![A / 16], m![A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.contract_outer::&lt;m![A / 32], m![A % 32], _, _, _&gt;(&amp;rhs)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.contract_packet::&lt;m![1]&gt;()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.contract_time::&lt;m![1]&gt;()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.contract_lane::&lt;m![1], m![1 # 8]&gt;(LaneMode::Interleaved)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.cast::&lt;bf16, m![1 #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.commit_trim::&lt;m![1 #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.commit();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리듀스는 정확히 어디서 일어나는가 — contract 4단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contract_outer — 곱셈 단계다. Stream Adapter 가 인접한 32바이트 flit 두 개를 64바이트 packet 으로 짝짓고, TRF Sequencer 가 정지 상태의 RHS 를 읽는다. 둘 다 레인마다 있는 원소 단위 곱셈기로 들어간다. 여기서는 아직 아무것도 더해지지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contract_packet — 공간 리듀스다. 한 packet 안의 곱들을 하드웨어 덧셈 트리로 한 방에 합친다. 이것이 진짜 '리듀스 트리'다.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contract_time — 시간 리듀스다. packet 마다 나온 부분합을 누산기에 시간 방향으로 쌓는다. 파이프라인 반복 횟수만큼 누적된다.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contract_lane — 레인 접기다. 8개 레인을 출력 packet 으로 접는다. 여기서는 Lane = m![1] 이라 자명한 접기다.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cast — 리듀스가 아니라 정밀도 경계다. Contraction Engine 은 bf16 피연산자를 f32 로 넓혀 누산하므로, 결과를 다시 bf16 으로 좁히는 단계가 필요하다.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A = 2048 이 어떻게 사라지나. contract_outer::&lt;m![A / 32], m![A % 32], …&gt; 가 A 를 Packet 32 × Time 64 로 쪼갠다. bf16 32원소 = 64바이트라 packet 이 꽉 찬다. contract_packet 이 32개를 트리로 한 번에 합치고, contract_time 이 그 결과를 64 사이클 누적한다. 검산: 32 × 64 = 2048 = A.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contract_packet 과 contract_time 의 제네릭에는 '줄일 축'이 아니라 '살아남을 축'을 적는다. 전부 줄이면 m![1] 이다. 이 방향을 반대로 이해하면 GEMM 에서 반드시 막힌다.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cast::&lt;bf16, m![1 # 16]&gt;() 의 16 은 필수다. Cast 는 출력을 정확히 32바이트로 패딩하고, bf16 16개가 정확히 32바이트다. m![1 # 8] 로 쓰면 출력 packet 이 32바이트여야 한다는 단언에 걸린다.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곱셈은 outer 에서, 공간 합은 packet 에서, 시간 합은 time 에서. 축약축의 길이는 언제나 Packet × Time 으로 분해된다.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GEMV — 가중치를 TRF 에, 활성을 스트림으로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src/kernel/gemv_kernel.rs (원문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axes![I = 256, J = 2048];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 = m![I];      // Distribute output dimension across slices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Time   = m![J / 32]; // Temporal iterations for reduction dimension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Packet = m![J % 32]; // Packet size for reduction dimension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 = m![1];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Load vector into TRF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vector_trf: TrfTensor&lt;bf16, Chip, Cluster, Slice, Lane, m![J]&gt;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.begin(vector.view())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.fetch::&lt;m![1], m![J]&gt;()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.collect::&lt;m![J / 16], m![J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.to_trf();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GEMV 는 IJ, J → I 다. y_i = Σ_j A_ij x_j 를 슬라이스 하나가 한 행씩 맡는다. Slice = m![I] 이므로 I=256 개 행이 256개 슬라이스에 정확히 하나씩 얹힌다.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세워 두는 것은 벡터 x 다. 각 슬라이스가 자기 행과 축약하려면 벡터 전체를 봐야 하므로, x 는 모든 슬라이스에 복제되어 TRF 에 상주한다. 흐르는 것은 행렬 A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축약축 J = 2048 은 Packet = J % 32 = 32(공간) × Time = J / 32 = 64(시간) 로 분해된다. dot_product 와 완전히 같은 분해다. 검산: 32 × 64 = 2048 = J.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내적은 모든 슬라이스가 같은 축을 줄여 슬라이스 간 이동이 필요 없었다. GEMV 부터는 벡터를 슬라이스 전체에 브로드캐스트해야 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GEMV — 가중치를 TRF 에, 활성을 스트림으로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Key difference: `I` maps to slice (preserved), `J` gets reduced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result: DmTensor&lt;bf16, Chip, Cluster, Slice, m![1 # 4]&gt;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.main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.begin(matrix.view())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.fetch::&lt;m![J / 16], m![J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.collect::&lt;m![J / 16], m![J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.contract_outer::&lt;Time, Packet, _, _, _&gt;(&amp;vector_trf)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.contract_packet::&lt;m![1]&gt;()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.contract_time::&lt;m![1]&gt;()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.contract_lane::&lt;m![1], m![1 # 8]&gt;(LaneMode::Interleaved)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.cast::&lt;bf16, m![1 #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.commit_trim::&lt;m![1 # 4]&gt;()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.commit();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dot_product 와 GEMV — 무엇이 달라졌나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dot_product (I, I → 1)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Slice = m![1 # 256]. 활성 슬라이스 1개. 나머지 255개는 놀고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출력은 스칼라 하나. contract_time::&lt;m![1]&gt;() 이 전부 누적해 슬라이스당 값 하나를 남긴다.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브로드캐스트 없음. 두 피연산자의 축이 이미 일치한다.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슬라이스 간 데이터 이동이 없으므로 Switch Engine 을 전혀 쓰지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허용오차 max(0.02·|e|, 0.5) 로 호스트 참조값과 대조한다. f32 로 합산한 뒤 bf16 으로 반올림한 값이 기준이다.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GEMV (IJ, J → 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Slice = m![I]. 256개 슬라이스가 전부 일한다. 각자 행렬의 서로 다른 한 행을 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출력은 길이 I 벡터. contract_time::&lt;m![1]&gt;() 은 여전히 J 를 전부 누적하지만, 슬라이스마다 서로 다른 행의 결과를 남긴다.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벡터 x 를 축약 전에 모든 슬라이스로 브로드캐스트해야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단 커널 본문에 명시적 .switch() 호출은 없다. 분배는 to_dm / to_trf 의 매핑 타입 파라미터에서 컴파일러가 끌어낸다.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J 는 32의 배수로 유지해야 Packet = J % 32 = 32(64바이트)와 Time = J / 32 가 깔끔하게 떨어진다.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코드 줄 수는 거의 같다. 달라진 것은 Slice 타입 한 줄뿐이고, 그 한 줄이 256개 슬라이스를 놀리느냐 전부 쓰느냐를 결정한다.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GEMM 은 출력이 두 축이라, 타일링이 코드가 아니라 타입에 나타난다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— 코드 전문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src/kernel/gemm_kernel.rs (원문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axes![I = 512, J = 512, K = 64];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Chip    = m![1];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Cluster = m![1 # 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Distribute output dimensions `I` and `J` across slices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Slice   = m![I / 32, J / 32];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type Lane    = m![J % 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a: DmTensor&lt;bf16, Chip, Cluster, Slice, m![I % 32, K]&gt; = a.to_dm(&amp;mut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b: DmTensor&lt;bf16, Chip, Cluster, Slice, m![J % 32, K]&gt; = b.to_dm(&amp;mut ctx.tdma);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Load matrix B into TRF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b_trf: TrfTensor&lt;bf16, Chip, Cluster, Slice, Lane, m![J / 8 % 4, K]&gt;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.begin(b.view())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GEMM 은 IK, JK → IJ 이고 C_ij = Σ_k A_ik B_jk 다. 각 행렬은 자신에게 없는 출력 차원을 따라 브로드캐스트된다. A 는 J 방향으로, B 는 I 방향으로 퍼진다.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contract_packet / contract_time / contract_lane 의 제네릭에 m![1] 이 아니라 m![I % 32, J / 8 % 4] 가 들어간 것에 주목한다. '살아남을 축'을 적는 규칙이라, 출력에 남길 I·J 조각을 여기에 적어야 K 만 사라진다.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dot_product 와 GEMM 은 같은 4단 체인이다. 다른 것은 제네릭 안에 무엇을 적느냐뿐이다.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— 코드 전문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.fetch::&lt;m![J % 8, J / 8 % 4], m![K]&gt;()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.collect::&lt;m![J % 8, J / 8 % 4, K / 16], m![K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.to_trf();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Contraction reduces along `K`, preserves `I` and `J`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result: DmTensor&lt;bf16, Chip, Cluster, Slice, m![I % 32, J % 32]&gt; = ctx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.main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.begin(a.view())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.fetch::&lt;m![I % 32, J / 8 % 4], m![K]&gt;()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.collect::&lt;m![I % 32, J / 8 % 4, K / 16], m![K % 16]&gt;()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.contract_outer::&lt;m![I % 32, J / 8 % 4, K / 32], m![K % 32], _, _, _&gt;(&amp;b_trf)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.contract_packet::&lt;m![1]&gt;()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.contract_time::&lt;m![I % 32, J / 8 % 4]&gt;()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.contract_lane::&lt;m![I % 32, J / 8 % 4], m![J % 8]&gt;(LaneMode::Interleaved)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.cast::&lt;bf16, m![J % 8 # 16]&gt;()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— 코드 전문 (계속 3)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.commit_trim::&lt;m![J %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.commit();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타일링 검산 — 격자와 타일은 다른 것이다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864"/>
                <a:gridCol w="2025864"/>
                <a:gridCol w="3714083"/>
                <a:gridCol w="329202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m![] 표현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격자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= m![I/32, J/32]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(512/32) × (512/32) = 16 × 16 = 256 슬라이스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출력 행렬을 덮는 슬라이스 좌표 격자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1개가 맡는 타일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결과 타입 m![I%32, J%32]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 × 32 = 1024 원소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각 슬라이스가 실제로 계산하는 출력 조각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전체 검산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 × 1024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262,144 = 512 × 512 = I·J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격자 × 타일 = 출력 전체 ✓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/ 는 격자 좌표를 만들고 % 는 그 좌표 안의 타일을 만든다. 이 구분을 놓치면 타일링 전체를 반대로 읽는다.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GEMM — K 축은 어디로 사라지고, J 는 어떻게 쪼개지나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축약축 K = 64 의 분해. contract_outer::&lt;…, m![K % 32], …&gt; 가 K % 32 = 32 를 Packet(공간)에, K / 32 = 2 를 Time(시간)에 둔다. 검산: 32 × 2 = 64 = K.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contract_packet::&lt;m![1]&gt;() 이 packet 안 32개 곱을 덧셈 트리로 한 번에 합치고, contract_time::&lt;m![I % 32, J / 8 % 4]&gt;() 이 남은 K/32 = 2 스텝을 누적한다. 제네릭에 I·J 조각을 적어 두었으므로 K 만 사라지고 I·J 는 살아남는다.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K 를 Time 에만 두면 어떻게 되나. bf16 곱셈기 32개 중 1개만 일하게 되어 MAC 활용률이 1/32 로 떨어진다. 축약축은 Packet 에 두어 트리로 줄이는 것이 정석이다. 이것이 타일 크기를 32의 배수로 맞추는 실질적 이유다.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출력축 J 조각의 분해. 슬라이스 하나가 맡는 J 방향 32개는 Lane = m![J % 8] = 8레인 × m![J / 8 % 4] = 4스텝으로 나뉜다. 검산: 8 × 4 = 32 = J % 32.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contract_lane::&lt;m![I % 32, J / 8 % 4], m![J % 8]&gt;(LaneMode::Interleaved) 가 8개 레인을 출력 packet 안쪽으로 접는다. Interleaved 는 Lane 을 출력 packet 의 안쪽 인덱스로 배치한다는 뜻이다. 이 접기 덕분에 출력에 I 와 J 가 모두 보존된다.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cast::&lt;bf16, m![J % 8 # 16]&gt;() 의 16 은 dot_product 와 같은 이유다. Cast 출력은 정확히 32바이트여야 하고 bf16 16개가 32바이트다.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커널도 명시적 .switch() 를 호출하지 않는다. "Switch Engine distributes B across 256 slices" 라는 주석이 있지만, 실제 분배는 to_dm / to_trf 의 Slice 타입 파라미터에서 컴파일러가 끌어낸다.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수치 허용오차가 앞의 예제들보다 크다. dot_product·gemv 는 max(0.02·|e|, 0.5) 인데 gemm 은 max(0.05·|e|, 1.0) 이다. K 누적이 많아 bf16 반올림 오차가 더 쌓이기 때문이다.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축약축은 Packet 에, 출력축은 Slice 와 Lane 에. 이 배치 규칙 하나가 GEMM 매핑의 전부다.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5개 예제 한눈 비교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8"/>
                <a:gridCol w="1621816"/>
                <a:gridCol w="3980822"/>
                <a:gridCol w="324363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예제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einsum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Slice 매핑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허용오차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constant_add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(원소 단위)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m![A/8 # 256]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assert_eq! (정확 일치)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elementwise_mul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(원소 단위)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m![A/8 # 256]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assert_eq! (정확 일치)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dot_product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I, I →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m![1 # 256] (1 슬라이스)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max(0.02·|e|, 0.5)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gemv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IJ, J → I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m![I] (출력축 분산)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max(0.02·|e|, 0.5)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gemm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IK, JK → IJ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m![I/32, J/32] (16×16 격자)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max(0.05·|e|, 1.0)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typecheck 는 매핑을 보고, emulation 은 값을 보고, npu 는 하드웨어를 본다. 세 개가 서로를 대신하지 못한다.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— 무엇을 실제로 돌렸나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537"/>
                <a:gridCol w="1091546"/>
                <a:gridCol w="1581951"/>
                <a:gridCol w="632780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dtype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shape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hw.fc1.weight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[256, 800]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1층 가중치 (입력 784→800 패딩, 은닉 256)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fc1.bias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[256]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1층 bias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hw.fc2.weight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[16, 256]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2층 가중치 (은닉 256, 출력 10→16 패딩)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hw.fc2.bias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[16]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2층 bias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hw.image_{i}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bf16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[800]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입력 이미지 (784→800 패딩)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label_{i}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i32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[1]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정답 라벨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타일 경계에 맞추려고 입력을 784 에서 800 으로 늘리는 것. 이것이 NPU 프로그래밍의 첫인상이다.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forward — 두 줄이 22개 인스트럭션이 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mnist.rs:181-192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#[device(chip = 1)]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pub fn forward(ctx, input, fc1_weight, fc1_bias, fc2_weight, fc2_bias)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-&gt; HbmTensor&lt;bf16, Chip, m![C]&gt;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hidden = fc1_relu(ctx, input, fc1_weight, fc1_bias);   // 1층 + bias + ReLU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fc2(ctx, hidden, fc2_weight, fc2_bias)                     // 2층 + bias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축 정의 (mnist.rs:5-6)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Chip    = m![1]      — 칩 1개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Cluster = m![1 # 2]  — 논리 클러스터 1개를 물리 2개로 패딩(절반 유휴)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#[device] 함수 본문은 두 줄뿐이다. 이 두 줄이 컴파일되면 68,106 바이트짜리 단일 EDF 파일, 22개 하드웨어 인스트럭션이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단일 커널이라는 점이 중요하다. fc1 과 fc2 가 각각 별도 커널로 나뉘어 그 사이에 호스트가 개입하는 구조가 아니라, forward 전체가 한 덩어리로 칩에 올라간다.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Cluster = m![1 # 2] 는 물리 클러스터 2개 중 1개만 쓴다는 뜻이다. 이 모델 규모에서는 나머지 절반이 그냥 논다.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소스 두 줄과 하드웨어 22개 인스트럭션 사이의 거리. 그 사이를 메우는 것이 vISA 컴파일러가 하는 일이다.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한 레이어의 뼈대 — fc1_matmul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mnist.rs:8-34, 6단계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input_dm  = input.to_dm(&amp;mut ctx.tdma);    // :13  HBM → DM(SRAM)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weight_dm = weight.to_dm(&amp;mut ctx.tdma);   // :14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input_trf = ctx.sub.begin(input_dm.view()) // :16  sub 컨텍스트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.fetch::&lt;m![1], m![X]&gt;()                    // :19  Fetch 엔진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.collect::&lt;m![X / 16], m![X % 16]&gt;()        // :20  Collect (32B flit 정규화)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.to_trf();                                  // :21  → TRF (레지스터파일 상주)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ctx.main.begin(weight_dm.view())               // :23  main 컨텍스트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.fetch::&lt;m![X / 16], m![X % 16]&gt;()          // :25  weight 스트리밍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.collect::&lt;m![X / 16], m![X % 16]&gt;()        // :26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.contract_outer::&lt;...&gt;(&amp;input_trf)          // :27  ┐ DPE 4단계: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.contract_packet::&lt;m![1]&gt;()                 // :28  │  Broadcast+Multiply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.contract_time::&lt;m![1]&gt;()                   // :29  │  → Packet reduce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.contract_lane::&lt;m![1], m![1 # 8]&gt;(...)     // :30  ┘  → Time reduce → 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앞서 본 dot_product·GEMV 와 완전히 같은 형태다. sub 가 하나를 TRF 에 세우고, main 이 다른 하나를 흘리며 contract 4단을 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다만 역할이 뒤집혀 있다. 여기서는 input(활성값)이 TRF 에 상주하고 weight 가 스트리밍한다. GEMV 예제와 반대다. 어느 쪽을 세울지는 그 텐서를 몇 번 재사용하느냐로 결정한다.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정밀도 경계는 언제나 .cast() 다. Contraction Engine 은 bf16 피연산자를 f32 로 확장해 누산하고, .cast::&lt;bf16&gt; 로 되좁힌다. matmul 이든 conv 든 이 4단 + cast 를 그대로 탄다.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실제 모델의 한 레이어가 퀵스타트 GEMV 예제와 같은 코드 형태다. 배운 것이 그대로 쓰인다.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한 레이어의 뼈대 — fc1_matmul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.cast::&lt;bf16, m![1 # 16]&gt;()                 // :31  f32 누산 → bf16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.commit_trim::&lt;m![1 # 16]&gt;()                // :32  packet 잘라내기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.commit()                                   // :33  → DM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ReLU — 곱셈이 아니라 Vector Engine 의 클립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mnist.rs:67-89, fc1_relu — bias-add 와 ReLU 가 한 번의 VE 통과로 융합된다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ctx.main.begin_interleaved::&lt;I, ...&gt;(matmul.view(), bias_dm_4.view())  // :77  두 텐서 동시 입력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.fetch::&lt;m![I], m![1 # 4]&gt;()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.fetch_cast::&lt;f32&gt;()                        // :79  f32로 올려서 계산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.collect::&lt;m![I], m![1 # 8]&gt;()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.vector_init()                              // :81  Vector Engine 시작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.vector_intra_slice_unzip::&lt;I, ...&gt;()       // :82  interleave된 두 값을 분리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.vector_clip_zip(ClipBinaryOpF32::Add)      // :83  matmul + bias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.vector_clip(ClipBinaryOpF32::Max, 0.0f32)  // :84  ★ ReLU = max(x, 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.vector_final()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.cast::&lt;bf16, m![1 # 16]&gt;()                 // :86  다시 bf16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ReLU — 곱셈이 아니라 Vector Engine 의 클립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ReLU 는 별도의 커널도, 특별한 명령도 아니다. vector_clip(Max, 0.0) — 0보다 작은 값을 0으로 자르는 가위질 한 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그리고 bias-add 에 융합된다. begin_interleaved(I=2)가 matmul 결과와 bias 두 텐서를 교차로 파이프라인에 넣고, unzip 이 다시 분리하고, vector_clip_zip(Add) 이 더하고, 바로 이어서 vector_clip(Max, 0) 이 자른다. Vector Engine 을 한 번 통과하면서 두 연산이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fc2 에는 이 vector_clip(Max, 0) 줄이 없다. 마지막 층은 logits 를 그대로 내야 하기 때문이다. 소스에서 두 층의 차이는 이 한 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bias 를 준비하는 코드가 오히려 더 복잡하다. bias 는 [256] 1D 인데 matmul 출력은 슬라이스·레인에 흩어진 레이아웃이다. 둘을 Vector Engine 에서 더하려면 bias 를 matmul 출력과 똑같은 물리 배치로 옮겨야 해서 transpose + switch(InterTranspose) + reshape 를 쓴다. reshape 는 unsafe 이고 런타임 비용 0(타입 재해석만)이며, 실제 데이터 이동은 transpose 와 switch 가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이것이 vISA 의 실체다. 코드 줄 수의 대부분이 '연산'이 아니라 '데이터를 엔진이 원하는 모양으로 옮기기'다.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bias 하나 더하는 준비 코드가 행렬곱 본체보다 길다. 그리고 그 준비가 실제로 사이클도 더 먹는다.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— 어느 엔진이 무엇을 했나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844"/>
                <a:gridCol w="3414921"/>
                <a:gridCol w="504107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담당 엔진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 호출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 ↔ DM 이동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 (tdma)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to_dm, to_hbm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상주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 + Collect (sub)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fetch.collect.to_trf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행렬곱 (곱-누산)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(DPE)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contract_outer/packet/time/lane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bias 더하기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Engine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vector_clip_zip(Add)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ReLU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vector_clip(Max, 0.0)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정밀도 변환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Cast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cast::&lt;bf16&gt;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데이터 재배치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Switch / Transpose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switch, transpose, reshape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argmax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(호스트 CPU)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mnist_tests.rs 의 max_by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NPU 프로그래밍에서 '어떤 연산을 하는가'보다 '데이터가 어디에 어떤 모양으로 있는가'가 코드의 대부분을 차지한다.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실기 결과 — RNGD 에서 10장 전부 정답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9508"/>
                <a:gridCol w="1259754"/>
                <a:gridCol w="1119781"/>
                <a:gridCol w="615879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백엔드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 필요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① 매핑 검증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typecheck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 통과 / 값 계산 안 함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② 호스트 수치 검증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emulation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passed (1.48s) — 10/10 정답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③ 실기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필요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passed (0.12s) — 실제 RNGD 에서 10/10 정답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결과가 말하는 것은 '성능'이 아니라 '표현력과 완결성'이다. vISA 만으로 컴파일 → 매핑검증 → 호스트검증 → 실기실행 → 정답분류까지 완주했다.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mnist::forward 사이클 분해 — 컴파일러 스케줄 모델 값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239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2922"/>
                <a:gridCol w="2117459"/>
                <a:gridCol w="211745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span 대비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execution cycle (span)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17,953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instruction 개수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io (DMA)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12,365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68.9%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 context (DPE + Vector)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7,682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42.8%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sub context (TRF 적재)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790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4.4%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total_instruction_cycle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23,337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hidden (겹침으로 숨은 사이클)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5,384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computation_cycle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8,472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DRAM io 총량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419,968 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모델 예측치와 실측을 구분하라. 사이클 표는 컴파일러가 말한 것이고, 10/10 정답은 하드웨어가 말한 것이다.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커널 하나가 도는 모습 — 텐서 타입이 바뀌어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vISA 코드는 이 흐름을 그대로 적은 것이다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75104"/>
            <a:ext cx="2834640" cy="384048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DmaTensor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057400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HBM 에 있는 원본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58568" y="2359152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41248" y="2414016"/>
            <a:ext cx="2834640" cy="384048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DmTensor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496312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 으로 내려온 타일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58568" y="2798064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41248" y="2852928"/>
            <a:ext cx="2834640" cy="384048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StreamTensor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935224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Fetch 가 만든 스트림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58568" y="3236976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8" y="3291840"/>
            <a:ext cx="2834640" cy="384048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CollectTensor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3374136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32B flit 로 정규화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58568" y="3675888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41248" y="3730752"/>
            <a:ext cx="2834640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TrfTensor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813048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TRF 에 올린 가중치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58568" y="4114800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41248" y="4169664"/>
            <a:ext cx="2834640" cy="384048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ContractTensor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251960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축약 결과(누산값)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58568" y="4553712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41248" y="4608576"/>
            <a:ext cx="2834640" cy="384048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VectorTensor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4690872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활성함수 적용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58568" y="4992624"/>
            <a:ext cx="0" cy="50292"/>
          </a:xfrm>
          <a:prstGeom prst="line">
            <a:avLst/>
          </a:prstGeom>
          <a:ln w="1651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41248" y="5047488"/>
            <a:ext cx="2834640" cy="384048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083F80"/>
                </a:solidFill>
                <a:latin typeface="Consolas"/>
                <a:ea typeface="Consolas"/>
                <a:cs typeface="Consolas"/>
              </a:rPr>
              <a:t>DmTensor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5129784"/>
            <a:ext cx="3108960" cy="229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Commit 이 DM 에 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0608" y="2441448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to_dm()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876288" y="2606040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150608" y="2880360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fetch()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876288" y="3044952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150608" y="3319272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collect()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876288" y="3483864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150608" y="3758184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to_trf()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876288" y="3922776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150608" y="4197096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contract()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6876288" y="4361688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150608" y="4636008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vector_*()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6876288" y="4800600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150608" y="5074920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B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0B5FC0"/>
                </a:solidFill>
                <a:latin typeface="Consolas"/>
                <a:ea typeface="Consolas"/>
                <a:cs typeface="Consolas"/>
              </a:rPr>
              <a:t>commit()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6876288" y="5239512"/>
            <a:ext cx="228600" cy="0"/>
          </a:xfrm>
          <a:prstGeom prst="line">
            <a:avLst/>
          </a:prstGeom>
          <a:ln w="13970">
            <a:solidFill>
              <a:srgbClr val="0B5F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16568" y="2340864"/>
            <a:ext cx="2377440" cy="1221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타입이 바뀔 때마다</a:t>
            </a:r>
            <a:br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메서드를 한 번 부른다.</a:t>
            </a:r>
            <a:br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/>
            </a:r>
            <a:br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타입 시스템이 순서를</a:t>
            </a:r>
            <a:br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강제하므로, 잘못된</a:t>
            </a:r>
            <a:br/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순서는 컴파일이 안 된다.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vISA 커널을 읽는 법: 타입 이름만 따라가면 데이터가 어느 메모리에 있는지 항상 알 수 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스케줄이 드러내는 두 가지 구조적 사실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① 두 레이어가 겹쳐 실행된다. 스케줄에서 가장 무거운 두 명령이 같은 사이클(begin 5295)에 시작한다. 하나는 fc2 의 bias 준비(Main, 4,871 사이클, 27.1%)이고 다른 하나는 fc1 의 input 로드(DmaLoad, 5,497 사이클, 30.6%)다.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소스는 순차로 짰다. forward 본문은 fc1_relu 를 부르고 그 결과로 fc2 를 부르는 두 줄이다. 그런데 DMA 엔진과 연산 엔진이 다른 컨텍스트라 병렬이므로, 스케줄러가 'fc1 계산 중에 fc2 준비를 미리 당겨' 겹쳤다. 앞 장의 hidden 5,384 사이클이 바로 이런 겹침의 총합이다.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② 더 비싼 로드는 가중치가 아니라 입력이다. fc1 weight [256×800] 로드가 1,662 사이클인데 fc1 input [800] 로드는 5,497 사이클이다. 이유는 형상에 있다. 입력은 HBM 에서 1D m![X] 인데 DM 에서는 m![H], m![X] 라 슬라이스 축 H=256 으로 복제된다. 가중치는 HBM 에서 이미 m![H, X] 라 형상 그대로 옮겨진다.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즉 800개짜리 작은 벡터를 256개 슬라이스에 복제하는 브로드캐스트가, 204,800개짜리 가중치 행렬을 그대로 옮기는 것보다 3배 이상 비싸다. 데이터의 크기가 아니라 데이터가 거쳐야 하는 재배치의 모양이 비용을 결정한다.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③ 이 모델은 연산이 제 몫을 한다. main 42.8% 대 io 68.9% 로 비교적 균형이 잡혀 있다. 비교하면 gemm(512×512) 예제는 io 95.7% / 연산 0.9% 로 완전히 write-bound 였다. 차이는 출력 크기다. gemm 은 512×512 를 쓰느라 DmaStore 가 지배했지만 MNIST 는 출력이 [16] 로 작아 DmaStore 가 19.9% 에 그친다.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다만 균형이 잡혔다는 것이 DMA 지배를 벗어났다는 뜻은 아니다. 커널 130개의 스케줄을 뽑아 보면 커널별 DMA 사이클 비중의 중앙값이 82.8% 이고, 130개 중 107개(82%)가 50% 이상, 54개는 90% 이상이다. MNIST 의 68.9% 는 중앙값보다 낮은 쪽이지만 여전히 50% 이상인 107개 안에 든다.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슬라이스 내부 연산을 0 사이클로 줄여도 전체 상한은 크지 않다. 이 스택에서 병목은 거의 언제나 데이터 이동이다.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8부 · 커널 완전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8부에서 확실히 알아야 할 것과, 아직 모르는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알아낸 것 — 커널 5개의 골격은 하나다. to_dm 으로 내리고, sub 가 한쪽 피연산자를 VRF 나 TRF 에 세우고, main 이 다른 쪽을 흘리며 vector_* 또는 contract_* 체인을 태우고, commit 후 to_hbm 으로 올린다.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알아낸 것 — 타일링은 코드가 아니라 타입이다. Slice = m![I / 32, J / 32] 한 줄이 16×16 슬라이스 격자를 만들고, 결과 타입의 m![I % 32, J % 32] 가 슬라이스당 32×32 타일을 정한다. / 는 격자, % 는 타일이다.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알아낸 것 — 축약축의 길이는 언제나 Packet × Time 으로 분해되고, Packet 쪽에 두어야 곱셈기를 채운다. dot_product 는 32 × 64 = 2048, GEMV 는 32 × 64 = 2048, GEMM 은 32 × 2 = 64. 세 예제 모두 같은 규칙이다.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알아낸 것 — 실제 학습 모델이 실기에서 돈다. MNIST 2층 MLP 가 RNGD 카드에서 10장 전부 정답이었고, forward 전체가 단일 68KB EDF 커널이었다.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모르는 것 — 속도 비교는 하지 않았다. 같은 MNIST 를 furiosa-llm 이나 TCL 로 돌린 값과 대조하지 않았으므로 vISA 가 빠르다 느리다는 말할 수 없다. 이 결과는 '돈다·정확하다'까지다.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모르는 것 — MNIST 가 됐다는 것이 스택 전반의 보증은 아니다. 저장소에서 end-to-end 학습 모델은 MNIST 하나뿐이고, 유일한 다른 후보인 Qwen 2.5 0.5B transformer 는 embedding·attention·decoder·head 의 forward 4개가 전부 internal compiler error 로 실기 컴파일 자체가 막힌다. 발판은 MNIST 규모까지다.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모르는 것 — compile 성공이 실기 실행을 보장하지 않는다. 컴파일도 에뮬레이션도 통과하는데 furiosa_kernel_load 에서 프로세스가 죽는 사례가 3건 있었다. 세 건 모두 요구 메모리가 실제의 약 1.5배로 계산되어 범위를 벗어났다. MNIST 의 통과는 MNIST 에 대한 사실일 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모르는 것 — 값을 검증하지 않는 통과에 속지 말 것. Switch 브로드캐스트를 명시적으로 쓰는 벤더 테스트 5개는 실기에서 전부 PASS 하지만 출력값을 assert 하지 않는다. 반면 view 기반 HBM→HBM 브로드캐스트 DMA 는 에러도 크래시도 없이 2048/2048 원소 전부 틀리는데 에뮬레이션에서는 통과한다. 브로드캐스트를 손으로 짜면 반드시 값 검증을 붙여야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부의 결론은 '된다'이지 '빠르다'가 아니다. 구분해서 말하는 것이 이 분야에서 신뢰를 얻는 유일한 방법이다.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실행 모델과 스케줄링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컨텍스트 · 해저드 · 이중 버퍼링 · 사이클 읽는 법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스케줄러는 세 가지 입력만 본다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프로그래머가 정하는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연산마다 어떤 실행 컨텍스트로 시작하는가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ctx.main / ctx.sub / ctx.tdma / ctx.pdma 중 무엇으로 begin 하느냐가 그 연산이 어느 하드웨어 스트림에 실릴지를 결정한다.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코드에 쓰여진 연산의 순서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소스의 위에서 아래 순서가 '원래의 프로그램 순서'이고, 결과 보존의 기준선이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텐서를 올릴 메모리 계층과 그 안의 정확한 주소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Tensor Unit 은 HBM 의 텐서를 직접 계산하지 못한다. 모든 이동에 목표 계층(DM/SPM/TRF/VRF)을 명시해야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0.3 세대 API 는 to_dm(&amp;mut ctx.tdma, 0) 처럼 주소를 항상 손으로 줬고, 0.4 세대는 to_dm() 이 기본 주소를 잡되 to_dm_at(addr) 로 명시할 수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스케줄러가 정하는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각 인스트럭션이 몇 번째 사이클에 시작하고 끝나는가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프로그래머는 사이클을 한 번도 적지 않는다. begin/end 는 전부 스케줄러가 붙인다.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어떤 연산끼리 실제로 겹쳐 돌릴 수 있는가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컨텍스트가 다르고 자원이 겹치지 않고 주소 의존이 없으면 자동으로 겹친다. 소스에 동기화 코드를 한 줄도 쓰지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어디에 대기를 끼워 넣어야 하는가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wait() 나 배리어를 손으로 넣을 필요가 없다. 주소가 겹치는 곳마다 스케줄러가 암묵적 대기를 삽입한다.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연산 순서를 바꿀지 말지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더 나은 스케줄이 나오면 코드에 쓰인 순서와 다르게 재정렬한다. 단 메모리 의존을 어기는 재정렬은 결코 하지 않는다.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스케줄러는 실행 사이클을 줄이되, 결과는 순차 실행과 정확히 같도록 보존한다 (scheduling.md).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재정렬은 실제로 일어난다 — MNIST 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교재 예제는 2층 MLP 다. axes![X = 800, H = 256, C = 16] 에 대해 FC1(800→256)+ReLU, FC2(256→16) 를 계산한다.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소스에는 fc1_matmul 을 먼저 쓰고 fc1_bias_prepared 를 나중에 쓴다. 그런데 스케줄에서는 바이어스 전치가 matmul 보다 먼저 실행된다.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이유는 데이터 크기에 있다. FC1 가중치는 H × X = 256 × 800 이라 HBM 에서 끌어오는 데 가장 오래 걸린다.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 긴 DMA 적재가 도는 동안 main 컨텍스트는 놀게 된다. 스케줄러는 짧고 독립적인 바이어스 준비를 그 구멍에 밀어 넣어 초기 유휴 시간을 지운다.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즉 재정렬의 목적은 '연산을 빨리 하는 것'이 아니라 '느린 DMA 뒤에 다른 일을 숨기는 것'이다.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바꿔 말하면 스케줄러는 코드 순서를 힌트로만 쓴다. 순서에 의존해 성능을 설계하려 하지 말고, 컨텍스트 배치와 주소로 설계하라.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단 재정렬에는 절대 넘지 않는 선이 있다. 같은 주소를 건드리는 두 연산의 상대 순서는 결코 뒤바뀌지 않는다. 그 규칙이 다음 장의 해저드다.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재정렬의 이득은 '겹치는 구간을 만들어 내는 것'에서 나온다. 총 일의 양은 줄지 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실행 컨텍스트 — 병렬성의 단위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874"/>
                <a:gridCol w="1023874"/>
                <a:gridCol w="3890721"/>
                <a:gridCol w="511937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컨텍스트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API 필드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구동 자원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하는 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ctx.main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MainContext (Contraction·Vector·Cast 등 Tensor Unit 전체)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커널의 주 연산. 축약(contract_outer), 벡터 연산, commit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Sub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ctx.sub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SubContext (Tensor Unit 파이프라인의 부분집합)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피연산자를 TRF/VRF 로 미리 당겨오는 프리페치. Contraction Engine 은 못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DMA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ctx.tdma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 안에서 HBM ↔ DM, HBM ↔ SPM, DM ↔ SPM 대량 이동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PCIe DMA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ctx.pdma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DmaEngine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호스트 ↔ HBM. launch 전후의 입출력 전송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실행 컨텍스트 4종 — 서로 병렬로 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프로그래머가 어느 컨텍스트에 올릴지 정하고, 스케줄러가 시점을 정한다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0576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0912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248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1584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920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2255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91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2927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3263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3599" y="2002536"/>
            <a:ext cx="402336" cy="205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t10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350008"/>
            <a:ext cx="14173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ctx.main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78608"/>
            <a:ext cx="1417320" cy="172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주 연산 (Contraction·Vector)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1408" y="2331720"/>
            <a:ext cx="9503359" cy="457200"/>
          </a:xfrm>
          <a:prstGeom prst="rect">
            <a:avLst/>
          </a:prstGeom>
          <a:solidFill>
            <a:srgbClr val="FAFCFE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22080" y="2331720"/>
            <a:ext cx="2851008" cy="45720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GEMM 타일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3088" y="2331720"/>
            <a:ext cx="2851008" cy="457200"/>
          </a:xfrm>
          <a:prstGeom prst="rect">
            <a:avLst/>
          </a:prstGeom>
          <a:solidFill>
            <a:srgbClr val="FDEBD3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GEMM 타일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16936"/>
            <a:ext cx="14173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ctx.sub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145536"/>
            <a:ext cx="1417320" cy="172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프리페치 (다음 타일 준비)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21408" y="2898648"/>
            <a:ext cx="9503359" cy="457200"/>
          </a:xfrm>
          <a:prstGeom prst="rect">
            <a:avLst/>
          </a:prstGeom>
          <a:solidFill>
            <a:srgbClr val="FAFCFE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21408" y="2898648"/>
            <a:ext cx="1900672" cy="45720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TRF 채우기 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72416" y="2898648"/>
            <a:ext cx="1900672" cy="45720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TRF 채우기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3423" y="2898648"/>
            <a:ext cx="1900672" cy="457200"/>
          </a:xfrm>
          <a:prstGeom prst="rect">
            <a:avLst/>
          </a:prstGeom>
          <a:solidFill>
            <a:srgbClr val="E3EEFB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채우기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483864"/>
            <a:ext cx="14173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ctx.tdma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712464"/>
            <a:ext cx="1417320" cy="172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텐서 DMA (HBM ↔ DM)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1408" y="3465576"/>
            <a:ext cx="9503359" cy="457200"/>
          </a:xfrm>
          <a:prstGeom prst="rect">
            <a:avLst/>
          </a:prstGeom>
          <a:solidFill>
            <a:srgbClr val="FAFCFE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21408" y="3465576"/>
            <a:ext cx="2851008" cy="45720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가중치 로드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22752" y="3465576"/>
            <a:ext cx="2851008" cy="457200"/>
          </a:xfrm>
          <a:prstGeom prst="rect">
            <a:avLst/>
          </a:prstGeom>
          <a:solidFill>
            <a:srgbClr val="E2F4E8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다음 블록 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050792"/>
            <a:ext cx="141732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ctx.pdma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279392"/>
            <a:ext cx="1417320" cy="172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PCIe DMA (호스트 ↔ 칩)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21408" y="4032504"/>
            <a:ext cx="9503359" cy="457200"/>
          </a:xfrm>
          <a:prstGeom prst="rect">
            <a:avLst/>
          </a:prstGeom>
          <a:solidFill>
            <a:srgbClr val="FAFCFE"/>
          </a:solidFill>
          <a:ln w="635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24095" y="4032504"/>
            <a:ext cx="1900672" cy="457200"/>
          </a:xfrm>
          <a:prstGeom prst="rect">
            <a:avLst/>
          </a:prstGeom>
          <a:solidFill>
            <a:srgbClr val="ECF0F4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결과 회수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09160"/>
            <a:ext cx="11057839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네 컨텍스트는 따로 돈다. main 이 계산하는 동안 sub 가 다음 타일을 TRF 에 채우고 tdma 가 HBM 에서 다음 블록을 끌어온다.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4부의 이중 버퍼링이 실제로는 main 과 sub 를 나눠 쓰는 것이다. 같은 주소를 건드리면 스케줄러가 자동으로 대기시킨다(해저드).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컨텍스트를 안 나누면 전부 순차 실행된다. vISA 로 성능을 내는 첫걸음이 이 분리다.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병렬 규칙 — 직렬화를 만드는 원인은 딱 둘이다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기본 규칙: 같은 컨텍스트 안의 연산은 순차 실행되고, 다른 컨텍스트의 연산은 병렬 실행될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원인 1 — 자원 충돌 (resource conflict)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스케줄링 자원을 두 연산이 필요로 하면 뒤엣것이 기다린다. 두 tdma 전송은 데이터 의존이 전혀 없어도 DmaEngine 이 하나라 줄을 선다.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컨텍스트가 달라도 자원이 겹치면 마찬가지다. main 과 sub 가 둘 다 Vector Engine 을 필요로 하면 한쪽이 대기한다.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실제로 Vector Engine 과 Cast Engine 은 하나의 스케줄링 단위를 이룬다. 그래서 sub 가 Vector 작업을 돌고 있으면 main 은 sub 와 직렬화되는 것을 피하려고 Cast Engine 대신 Commit Adapter 의 타입 캐스팅 단계로 우회한다.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원인 2 — 메모리 의존 (memory dependency)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주소에 대한 읽기와 쓰기가 겹치면 컨텍스트가 달라도 대기가 들어간다. 이것이 다음 장의 RAW/WAR/WAW 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함정 두 개를 같이 기억하라. '다른 컨텍스트면 무조건 병렬'도 틀리고(주소가 겹치면 대기), '같은 컨텍스트는 의존이 없으면 병렬'도 틀리다(자원이 하나라 직렬).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덧붙여, 스케줄러는 어떤 Tensor Unit 연산의 DM 접근 패턴이 하드웨어 수준 메모리 충돌을 낼 위험이 있으면 그 연산을 방어적으로 DMA 컨텍스트에 배정하기도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병렬은 기본값이 아니라 '자원도 안 겹치고 주소도 안 겹칠 때' 얻는 결과다.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해저드 3종 — 주소가 만드는 순서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305"/>
                <a:gridCol w="4114990"/>
                <a:gridCol w="1531159"/>
                <a:gridCol w="430638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해저드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스케줄러의 처리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RAW (read-after-write)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소비자는 생산자가 그 주소에 텐서를 다 쓸 때까지 기다려야 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읽기 앞에 암묵적 대기를 삽입한다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tdma 가 dt 를 DM 주소 A 로 적재 → sub 가 A 를 읽어 TRF 로 올린다. sub 는 DMA 가 끝나는 사이클에 정확히 시작한다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WAR (write-after-read)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앞선 읽기가 아직 옛 값을 필요로 하는 동안 뒤따르는 쓰기가 그 주소를 덮어써서는 안 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쓰기를 읽기 뒤로 미룬다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 이 TRF FirstHalf 를 읽는 중인데 sub 가 같은 FirstHalf 에 다음 배치를 채우려 하면, sub 가 main 을 기다린다 (이중 버퍼링이 깨지는 지점)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WAW (write-after-write)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겹치는 주소에 대한 쓰기는 원래의 프로그램 순서를 따라야 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프로그램 순서를 유지한다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두 연산이 같은 DM 주소에 commit 하면, 재정렬로 순서가 뒤집혀 최종 값이 달라지는 일이 없도록 순서를 고정한다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main 이 sub 를 기다리는 것은 마법이 아니다. 둘이 같은 주소에서 RAW 를 만들었을 때 스케줄러가 대기를 넣어 준 것뿐이다.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해저드 3종 — 스케줄러가 기다리는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같은 주소를 두 연산이 건드리면 순서를 지켜야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249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3503066" cy="475488"/>
          </a:xfrm>
          <a:prstGeom prst="rect">
            <a:avLst/>
          </a:prstGeom>
          <a:solidFill>
            <a:srgbClr val="B4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RAW   Read After Write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24328"/>
            <a:ext cx="3503066" cy="214884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36576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쓰고 나서 읽는다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① X 에 결과를 쓴다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② X 를 읽어 다음 계산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②는 ①이 끝날 때까지 기다려야 한다. 안 그러면 옛 값을 읽는다.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148840"/>
            <a:ext cx="3503066" cy="47548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WAR   Write After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314" y="2624328"/>
            <a:ext cx="3503066" cy="214884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36576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읽는 중에 덮어쓴다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① X 를 읽는 중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② X 에 새 값을 쓴다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②가 먼저 끝나면 ①이 새 값을 읽어버린다. 이중 버퍼링이 막는 게 바로 이것.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1701" y="2148840"/>
            <a:ext cx="3503066" cy="475488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WAW   Write After Write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1701" y="2624328"/>
            <a:ext cx="3503066" cy="214884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28016" bIns="36576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연달아 쓴다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① X 에 쓴다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② X 에 또 쓴다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순서가 뒤집히면 최종 값이 틀린다.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37760"/>
            <a:ext cx="1105783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vISA 는 이 셋을 프로그래머에게 떠넘기지 않는다. 스케줄러가 주소를 분석해 자동으로 대기를 넣는다.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대신 대가가 있다. 대기가 많으면 병렬성이 죽는다. 버퍼를 나눠 쓰면(FirstHalf/SecondHalf) 애초에 해저드가 안 생긴다.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성능이 안 나올 때 --dump-schedule 로 스케줄을 떠서 어디서 기다리는지 보는 것이 표준 절차다.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실측 스케줄 — dn_state_bf16 (DeltaNet 상태 갱신)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S[k,v] = Σ_c Kt[k,c]·Dt[v,c] · --dump-schedule JSON 을 그대로 옮김 · 단위는 스케줄러 사이클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28800"/>
          <a:ext cx="110578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676"/>
                <a:gridCol w="3649087"/>
                <a:gridCol w="2211568"/>
                <a:gridCol w="35385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idx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tpe / 엔진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begin → end (지속)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소스 한 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DmaLoad / DmaEngine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2003 → 5121 (3118)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dt.to_dm(&amp;mut ctx.tdma)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Sub / SubContext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5121 → 5896 (775)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ctx.sub…to_trf()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DmaLoad / DmaEngine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5321 → 8341 (3020)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kt.to_dm(&amp;mut ctx.tdma)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 / MainContext + VectorEngine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8341 → 9118 (777)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ctx.main…contract_outer…commit()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DmaStore / DmaEngine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9118 → 81849 (72731)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state.to_hbm(&amp;mut ctx.tdma)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Core / PeCore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81849 → 81849 (0)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state.to_hbm(&amp;mut ctx.tdma)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ExplicitSync(5)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Core / PeCore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81849 → 82449 (600)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동기화 배리어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인스트럭션 7개짜리 커널 하나에 이 부의 규칙이 전부 들어 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표에서 읽어야 할 네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(a) 같은 컨텍스트는 직렬 — 자원 충돌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두 DmaLoad(idx 1, 9)는 데이터 의존이 전혀 없다. dt 와 kt 는 서로 무관한 텐서다. 그런데도 dt 로드가 5121 에 끝난 뒤에야 kt 로드가 5321 에 시작한다. DmaEngine 이 하나이기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(b) 다른 컨텍스트는 병렬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Sub(idx 7, 5121–5896)와 kt DmaLoad(idx 9, 5321–8341)는 5321–5896 구간에서 겹쳐 돈다. 컨텍스트가 다르고 자원(SubContext vs DmaEngine)도 다르고 주소도 안 겹치기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(c) RAW 가 시작 시각을 정한다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Sub(idx 7)는 dt 의 DM 텐서를 읽으므로 dt 로드가 끝나는 5121 에 '정확히' 시작한다. 한 사이클도 빠르지 않다.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Main(idx 14)은 입력이 둘이다. kt DM(8341 종료)과 dt_trf(5896 종료). 더 늦은 생산자에 맞춰 8341 에 시작한다. dt_trf 는 5896 에 이미 준비됐지만 약 2,445 사이클을 놀며 기다린 셈이다.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바꿔 말하면 sub 프리페치 775 사이클이 kt DMA 뒤로 완전히 숨었다. 이것이 '프리페치를 sub 로 빼면 main 대기가 준다'의 실측 증거다.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(d) 병목은 계산이 아니라 저장이다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DmaStore 하나가 72,731 사이클로 전체 82,449 의 약 88% 다. 실제 연산 구간(2003–9118)은 7,115 사이클, 8.6% 에 불과하다.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이는 이 커널만의 특이점이 아니다. 벤더 예제 커널 130개를 --dump-schedule 로 전수 덤프해 합산하면 DmaEngine 이 사이클의 96.5%(75,464,336), PeCore 3.3%, MainContext 0.1% 다. 커널별 DMA 비중 중앙값도 82.8% 이고, 130개 중 107개(82%)가 50% 를 넘는다.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인스트럭션 개수는 정반대다. PeCore 가 1,557개로 최다인데 사이클은 3.3%, DmaEngine 은 470개인데 96.5% 다. 명령 수로 비용을 추정하면 안 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최적화할 곳은 축약이 아니라 결과 write-back 이다. 스케줄을 실측하면 그것이 눈에 보인다.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이중 버퍼링 — TRF 를 반으로 갈라 대기를 지운다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scheduling.md 의 커널 패턴 (0.4 API)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루프에 들어가기 전에 첫 절반을 미리 채워 둔다.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mut trf = ctx.sub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.begin(weights[0].view())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.fetch::&lt;...&gt;()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.collect::&lt;...&gt;()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.to_trf_at(TrfAddress::FirstHalf);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i in 0..N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    // main 이 현재 절반을 읽는 동안, sub 는 반대 절반에 다음 배치를 채운다.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other_half = if i % 2 == 0 { TrfAddress::SecondHalf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         else            { TrfAddress::FirstHalf };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let next_trf = (i + 1 &lt; N).then(||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ctx.sub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.begin(weights[i + 1].view())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.fetch::&lt;...&gt;()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.collect::&lt;...&gt;()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  .to_trf_at(other_half)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});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ctx.main.begin(input[i].view()).contract_outer::&lt;...&gt;(&amp;trf)...;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if let Some(t) = next_trf { trf = t;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이중 버퍼링 — TRF 를 반으로 갈라 대기를 지운다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앞 장 (c)에서 본 문제가 동기다. sub 가 채운 그 회차에 main 이 같은 곳을 읽으면 RAW 로 main 이 반드시 기다린다.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해법은 회차를 어긋나게 하는 것이다. sub 는 i+1 번째 배치를 반대 절반에 채우고, main 은 i 번째 배치를 이번 절반에서 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왜 겹쳐 도는가. sub 의 쓰기와 main 의 읽기가 서로 다른 TRF 절반, 즉 다른 주소이므로 WAR 해저드가 없다. 그리고 서로 다른 컨텍스트라 자원 충돌도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해저드도 없고 충돌도 없으니 스케줄러가 둘을 자동으로 겹친다. 코드에는 여전히 동기화가 한 줄도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반대로 매 회차 같은 절반을 쓰면 WAR 로 다시 직렬화된다. 절반 교대가 이 패턴의 전부다.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루프 앞의 프라이밍(0번 배치를 FirstHalf 에 미리 적재)이 없으면 첫 회차는 겹칠 상대가 없어 그대로 기다린다.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이중 버퍼링은 새로운 기능이 아니다. WAR 를 피하도록 주소를 배치하면 스케줄러가 알아서 겹쳐 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왜 하필 '반쪽'인가 — TRF 하드웨어 근거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TRF 는 8 레인 × 2 뱅크 × 128 행 × 320비트 = 슬라이스당 80 KB 인 뱅크형 SRAM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하드웨어가 각 뱅크를 두 반쪽으로 나눠 더블 버퍼링을 지원한다. TRF Sequencer 가 한쪽 반에서 적재하는 동안 저장이 다른 반쪽을 채우고, 반복 회차 사이에 둘을 뒤집을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주소 모드는 셋이고 저장 시점에 고정된다.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Full = 뱅크당 128 행 전부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FirstHalf = 0–63 행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SecondHalf = 64–127 행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대가가 있다. 반쪽 모드는 슬라이스당 용량을 80 KB 에서 40 KB 로 제한한다. 겹침을 얻는 대신 한 번에 올려 둘 수 있는 가중치 타일이 절반이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반쪽은 같은 뱅크를 공유한다. 같은 사이클에 같은 뱅크를 치면 읽기가 우선한다(파이프라인이 이번 사이클에 데이터를 필요로 하므로). 저장 쪽이 대기한다.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VRF 는 다르다. 하드웨어가 반쪽 분할을 강제하지 않는다. 슬라이스당 8 KB 를 여러 텐서에 자유롭게 나눌 수 있고, 이중 버퍼링이 필요하면 커널 작성자가 겹치지 않는 두 영역을 직접 잡는다.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API 대응: to_trf() 는 TrfAddress::Full 이 기본이고, to_trf_at(addr) 로 절반을 명시한다. VRF 쪽은 to_vrf() / to_vrf_at(addr: u64) 이며 TRF 만 enum, VRF 는 정수 주소다.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TRF 는 enum 세 값으로 반쪽을 고르고, VRF 는 8 KB 안에서 사람이 직접 영역을 나눈다.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 뜨기 (1) — --dump-schedule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NPU 카드를 잡지 않는다. 실기 테스트가 카드를 쓰는 중에도 동시 실행할 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target 디렉터리 오염을 피하려면 격리해서 돌린다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export CARGO_TARGET_DIR=/tmp/sched_target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compile dn_state_bf16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--dump-schedule ./dn_state_bf16.sched.json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Compiling [1/1] kernel::dn_state_kernel::dn_state_bf16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Finished 1 compiled, 1 filtered out      (exit 0, NPU 미점유)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--- 산출 JSON 구조 (최상위 키는 정확히 5개) ---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{ "title": "Schedule", "total_memory": 268435456, "page_size": 16777216,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"instructions": [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"index": "1", "tpe": "DmaLoad", "contexts": ["DmaEngine"],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"lifetime": { "begin": 2003, "end": 3665 },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"input_tensors": [1], "output_tensors": [0],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"description": "--&gt; src/mnist/mod.rs:14:66\n\nweight.to_dm(&amp;mut ctx.tdma)",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"util": { "total_util": 0.0, "base_util": 0.0, "efficiency": 0.0 },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"history": {} } ],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"tensors": [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"name": "vISA(T66)_i3_fc2_26", "buffer_type": "Sram",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"lifetime": { "begin": 10166, "end": 13777 },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"address": 1048576, "size": 16384, "physical_pages": [0] } ] }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 뜨기 (1) — --dump-schedule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위치 인자(dn_state_bf16)는 #[device] 함수 이름의 부분일치 필터다. 이름이 모호하면 kernel::gemm_kernel::gemm_kernel 처럼 전체 Rust 경로를 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읽는 법 — 커널 총 사이클 = max(instructions[].lifetime.end). 총합 필드는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읽는 법 — description 에 소스 파일:행:열과 그 한 줄이 붙는다. 인스트럭션을 소스로 되짚을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읽는 법 — contexts 가 실제로 개입한 엔진 목록이다. 커널에 .cast() 한 줄을 넣고 빼는 것만으로 Main 인스트럭션의 contexts 에 VectorEngine 이 들락거린다.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 — util 세 값은 커널 130개의 모든 인스트럭션에서 0.0 이고 history 도 전부 빈 객체다. 순서와 의존 관계는 신뢰하되 이 필드로 효율을 논하지 마라.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 — 프롤로그가 있다. 첫 인스트럭션이 DmaLoad 면 begin=2003, DmaDtod 면 2000, Sub 면 0 에서 시작한다(130개 실측). 즉 이 ~2000 은 런타임 초기화가 아니라 DMA 기동 지연이다. 짧은 커널끼리 비교할 때는 프롤로그를 빼고 봐라.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JSON 은 cargo install furiosa-schedule-viewer 로 설치한 뷰어(기본 127.0.0.1:9254)에 끌어다 놓으면 대화형 타임라인으로 볼 수 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카드 없이 사이클을 뽑는 공식 경로다. 단 여기서 나오는 값은 전부 컴파일러 스케줄 모델의 예측이다.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 뜨기 (2) — --dump-summary 가 더 정밀하다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mnist::forward 의 summary.log 실측 발췌 — 자릿수 그대로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$ cargo furiosa-opt compile -p furiosa-opt-examples "mnist::forward"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--dump-summary /tmp/dsum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Finished 1 compiled, 206 filtered out    (exit 0, NPU 미점유)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--- /tmp/dsum/summary.log ---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total_instruction_cycle  : 23337   (main + sub + io)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total_execution_cycle    : 17953   (main + sub + io - hidden)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estimated_execution_cycle: 17953   (skip-aware)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main                     : 42.790% (7682)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sub                      :  4.400% (790)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io                       : 68.874% (12365)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sync                     :  0.000% (0)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spill_io                 :  0.000% (0)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main_only                : 12.226% (2195)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sub_only                 :  4.400% (790)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io_only                  : 38.311% (6878)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sync_only                :  0.000% (0)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spill_io_only            :  0.000% (0)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dram_usage_io            : 419968B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peak_memory_usage_bytes  : 440803328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스케줄 뜨기 (2) — --dump-summary 가 더 정밀하다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--dump-schedule 은 인스트럭션별 begin/end 만 준다. 총 사이클도 엔진별 점유도 우리가 직접 집계해야 한다. --dump-summary 는 그 분해를 컴파일러가 직접 적어 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덤프는 분해 축이 다르다. summary.log 는 컨텍스트 축(main / sub / io / sync / spill_io), --dump-schedule 은 엔진 축(MainContext / SubContext / DmaEngine / VectorEngine / PeCore)이다.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겹치는 셋은 정확히 일치한다. main = MainContext = 7,682, sub = SubContext = 790, io = DmaEngine = 12,365. 하지만 --dump-schedule 이 본 VectorEngine 1,162 와 PeCore 600 에 대응하는 줄은 summary.log 에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백분율의 분모는 total_execution_cycle 이다. 검산: 7682/17953 = 42.790%, 12365/17953 = 68.874%, 6878/17953 = 38.311%. 즉 100% 가 곧 17,953 사이클이다.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수치도 컴파일러 산출물이지 실기 측정이 아니다. 다만 서로 다른 세 경로(--dump-schedule 집계 / 별도 기록 / summary.log)가 17,953 · 7,682 · 790 · 12,365 로 자릿수까지 일치한다.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미확인 — total_instruction_cycle 이 (main + sub + io) 라고 적혀 있으나 7,682 + 790 + 12,365 = 20,837 이라 표기값 23,337 과 2,500 이 어긋난다. 어떤 항이 더 들어가는지는 문서 근거가 없다.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사이클 총량이 필요하면 --dump-schedule 이 아니라 --dump-summary 를 써라. 둘 다 NPU 를 잡지 않는다.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hidden — 엔진 점유 합이 100% 를 넘는 이유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mnist::forward 에서 io 68.874% + main 42.790% + sub 4.400% = 116.064% 다. 100% 를 넘는다.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이것은 오류가 아니다. 엔진들이 겹쳐 돌기 때문이다. 각 엔진의 점유를 그 엔진의 관점에서 세면 같은 사이클이 여러 번 세어진다.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로그가 그 차이에 이름을 붙여 준다.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total_instruction_cycle = 23,337 — 모든 인스트럭션이 각자 차지한 사이클의 합. 겹침을 세지 않은 '일의 총량'.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total_execution_cycle = 17,953 — 커널이 실제로 도는 시간, 즉 스팬.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hidden = 23,337 − 17,953 = 5,384 사이클. 다른 엔진 뒤로 완전히 숨어 스팬에 기여하지 않은 구간이다.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앞의 dn_state 표에서 sub 프리페치 775 사이클이 kt DMA 뒤로 사라진 것, 그것이 바로 hidden 한 조각이다. 3부에서 본 '겹침'과 여기서 본 숫자가 같은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*_only 는 반대편이다. 다른 엔진에 가려지지 않은 순수 점유이며 정의상 배타적이라 합이 100% 를 넘지 않는다. main_only 12.226%(2,195) + sub_only 4.400%(790) + io_only 38.311%(6,878) = 54.938%(9,863).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이중 버퍼링·프리페치·컨텍스트 분리가 성공했다는 것은 hidden 이 커졌다는 뜻이다. 반대로 hidden 이 0 이면 모든 것이 줄줄이 직렬로 돌았다는 뜻이다.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주의 — 남은 17,953 − 9,863 = 8,090 사이클(45.06%)이 무엇인지는 로그가 따로 적어 주지 않는다. 둘 이상의 엔진이 동시에 돈 구간일 수도, 어느 항목에도 세어지지 않은 구간일 수도 있다. 단정하지 마라.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hidden = 겹쳐서 감춰진 사이클. 이 숫자가 클수록 스케줄이 잘 짜인 것이다.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"io 가 68.874% 다" 와 "io_only 가 38.311% 다" 는 다른 주장이다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971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앞은 총 점유, 뒤는 다른 엔진에 가려지지 않은 순수 점유다. 병목을 말할 때 어느 쪽인지 밝히지 않으면 그 말은 검증할 수 없다.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성능을 말할 때 어느 숫자를 쓰는가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420"/>
                <a:gridCol w="3521605"/>
                <a:gridCol w="485981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말하고 싶은 것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쓸 숫자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쓰면 안 되는 숫자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 커널이 얼마나 걸리는가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total_execution_cycle (mnist: 17,953)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total_instruction_cycle (23,337) — 겹침을 안 뺀 일의 총량이다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무엇이 병목인가 / 줄이면 얼마가 주는가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*_only (mnist: io_only 38.311% = 6,878)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io 68.874% — 이미 숨은 5,487 사이클을 포함한다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엔진이 얼마나 바쁜가 (활용도)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 / sub / io 총 점유 (합이 100% 를 넘어도 정상)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*_only — 겹친 시간을 빼서 엔진이 논 것처럼 보인다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스케줄이 잘 짜였는가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hidden (23,337 − 17,953 = 5,384)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인스트럭션 개수 — PeCore 1,557개가 3.3%, DmaEngine 470개가 96.5% 였다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짧은 커널 A 와 B 중 어느 쪽이 빠른가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프롤로그를 뺀 값 (DmaLoad 시작 커널은 −2,003)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raw 스팬 — 스팬 3,050 커널은 66% 가 프롤로그다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어느 인스트럭션이 얼마나 효율적인가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(현재 없음. begin/end 순서와 의존만 신뢰하라)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JSON 의 util.total_util / efficiency — 커널 130개 전부 0.0 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숫자를 말하기 전에 세 가지를 밝혀라 — 예측인가 실측인가, 총 점유인가 순수 점유인가, 프롤로그를 뺐는가.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9부 · 실행 모델과 스케줄링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9부 정리 — 함정 목록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프로그래머는 컨텍스트·순서·주소를 주고, 스케줄러는 시점을 정한다. 사이클은 사람이 적지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컨텍스트는 개념상 셋(Main/Sub/DMA), API 로는 넷(main/sub/tdma/pdma)이다. 문서와 코드가 다르게 세는 것을 알고 있어라.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'다른 컨텍스트면 항상 병렬'은 틀리다. 같은 주소에서 RAW/WAR/WAW 가 걸리면 대기가 들어간다. 실측에서 Main 은 dt_trf 가 준비된 뒤에도 kt 로드를 2,445 사이클 기다렸다.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'같은 컨텍스트도 의존이 없으면 병렬'도 틀리다. 데이터 의존이 없어도 엔진이 하나면 줄을 선다. 두 DmaLoad 가 그 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sub 에 축약을 넣지 마라. sub 는 main 의 부분집합이라 Contraction Engine 을 굴리지 못한다. 축약은 main, sub 는 TRF/VRF 프리페치.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이중 버퍼링은 절반 교대가 전부다. sub 와 main 이 같은 TRF 절반을 쓰면 WAR 로 오버랩이 깨진다. 그리고 반쪽 모드는 슬라이스당 용량을 40 KB 로 제한한다.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주소 자동 할당기에 의존하지 마라. 0.4 가 기본 주소를 잡아 주지만, 겹치지 않게 배치하는 책임과 _at 로 명시할 권한은 여전히 프로그래머에게 있다. 두 텐서가 겹치면 SRAM 손상과 스케줄러 오판이 동시에 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엔진 점유 합이 100% 를 넘는 것은 정상이다. 그 초과분의 정체가 hidden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명령 수로 비용을 추정하지 마라. 인스트럭션 12개인 커널이 10,845,036 사이클, 258개인 커널이 6,840,200 사이클인 경우가 실제로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스케줄이 나온다 ≠ 실기에서 돈다. --dump-schedule 성공은 컴파일 성공일 뿐이다.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동기화는 스케줄러가, 배치는 사람이. 이 계약을 이해하면 vISA 의 성능 모델 대부분이 따라온다.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vISA로 뭘 할 수 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310128"/>
            <a:ext cx="81683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우리 서버 실측 기준으로만 답한다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vISA로 짠 커널은 실제 RNGD에서 돈다. 실기 테스트 89개 중 83개(93.3%)가 정상 동작한다.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이 부의 숫자는 어디서 나왔나 — 세 종류의 전수 조사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① 실기 실행 매트릭스 — NPU 백엔드에 존재하는 테스트 89개를 전부 실행했다.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테스트 하나당 프로세스 하나로 격리 실행했다. 이게 없으면 숫자가 3배 틀린다(뒤에서 다룬다).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원본 로그는 89행짜리 TSV로 남아 있다: _evidence/logs/npu_matrix.tsv (상태·소요ms·바이너리·테스트명·HAL오류수·불일치수·패닉위치).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② 커널 컴파일 매트릭스 — 소스에서 추출한 #[device] 커널 200개를 하나씩 따로 컴파일했다.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크레이트 전체 컴파일은 에러 63개에서 멈추기 때문에, 커널별로 200회 개별 실행해야 완전한 표가 나온다.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원본: _evidence/logs/perkernel_matrix_fixed.txt (OK|이름 / FAIL|이름 200줄).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③ 사이클 특성 — 실기 컴파일에 성공한 커널 중 130개의 스케줄을 덤프해 엔진별로 합산했다.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cargo furiosa-opt compile --dump-schedule 은 NPU를 점유하지 않는다. 그래서 실기 테스트와 동시에 돌릴 수 있었다.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원본: _evidence/logs/sched_summary.json (커널별 사이클 스팬·엔진별 사이클·인스트럭션 종류).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세 계열을 섞어 읽으면 안 된다. ①은 실제 실행 결과, ③은 컴파일러의 스케줄 모델 예측이다.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모든 수치는 원본 로그가 저장소에 함께 있다. 재현 명령도 _evidence/README.md 에 적혀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실기 전수 매트릭스 — 한 장 요약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890"/>
                <a:gridCol w="2130409"/>
                <a:gridCol w="57825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설명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 백엔드에 존재하는 테스트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게이팅한 크레이트에서 --backend npu 로 빌드된 테스트 전부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80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그대로 통과 (89.9%)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FAIL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값 불일치 또는 타임아웃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ABORT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프로세스 즉사 (커널 로드 중 패닉)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#[ignore] 로 미실행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강제 실행하면 0.14초에 통과한다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실기 정상 동작 보정치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83 / 89 (93.3%)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80 + 커널이 옳은 2건 + ignore 1건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진짜 결함에 걸린 것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6개 테스트 / 4개 기전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뒤에서 유형별로 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실기 바이너리로 컴파일되는 커널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137 / 200 (68.5%)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컴파일 성공은 실행 성공을 보장하지 않는다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80은 과소평가다. 값이 다르다고 전부 버그가 아니라는 것을 실험으로 갈라낸 결과가 83이다.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바이너리별 실기 결과 — 89개 전부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340"/>
                <a:gridCol w="1157216"/>
                <a:gridCol w="4500283"/>
              </a:tblGrid>
              <a:tr h="33963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테스트 바이너리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실기 통과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switch_assertions_tests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18 / 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Switch 엔진 매핑 규칙 전부 통과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contract_outer_assertions_tests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13 / 13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DPE 축약 매핑 규칙 전부 통과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vector_engine_tests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 / 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실패 4건 중 2건은 커널이 옳다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at_primitives_tests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 / 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어드레스-텐서 원시연산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fetch_assertions · memory_op · param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각 2 /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mnist_tests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학습 가중치로 이미지 10장 전부 정답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binary_add · contract_element_types_answer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각 1 /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fetch_commit · scatter_gather · transpose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각 1 / 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tile_tests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커밋 창 오프셋 결함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broadcast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 / 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조용한 데이터 오염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reshape_tests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 /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로더 abort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shuffle_slice_tests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 / 1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로더 abort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3963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80 / 89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실제로 도는 커널 종류 — 무엇을 실기에서 배울 수 있나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769"/>
                <a:gridCol w="6011308"/>
                <a:gridCol w="304276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 종류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실기에서 PASS 한 대표 테스트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축약 (DPE)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contract_outer_assertions 13종, contract_element_types_answer::answer_i8_contract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전부 통과. 곱셈-누산 자체는 실기에서 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벡터 연산 (VE)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vector_engine::normal — elementwise, stash, logic, ternary 13종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대부분 통과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리듀스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vector_engine::reduce — intra/inter slice, add/max/min, f32/i32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 / 11, 실패 1건은 순서 아티팩트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페어 연산 (zip)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vector_engine::zip — group_pair add/chain/fp/fxp/logic/preprocess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11 / 12, 실패 1건은 1 ULP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전치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transpose_tests::test_transpose_simple, switch_assertions::transpose 3종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전부 통과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데이터 이동 (DMA)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fetch_commit_tests, memory_op::{dm_relayout, commit_view_bottom_pad}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통과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scatter / gather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scatter_gather_tests::test_scatter_minimal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통과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어드레스 텐서 원시연산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at_primitives — dm_relayout_at, fetch_commit_at, multi_vrf_at, to_trf_at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 / 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tile_tests::test_tile_simple_host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 /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파라미터 전달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param_tests — struct_param_passes, tuple_param_passes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 / 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end-to-end 모델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mnist_tests::test_mnist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10장 전부 정답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큰 행렬곱 (matmul 모듈 7종)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실기 컴파일 0 / 7 — 하나도 안 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엔진 단위 기능(축약·벡터·전치·DMA·스캐터)은 전부 실기에서 확인된다. 그것들을 엮은 '큰 행렬곱'만 막혀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MNIST — vISA로 만든 모델이 실기에서 끝까지 돈 유일한 사례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모델은 2층 완전연결 MLP다. fc1 800→256 + bias + ReLU, 그다음 fc2 256→16 + bias.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가중치는 실제 학습된 값이다. mnist.safetensors 859,220 B 에 가중치·이미지·라벨이 함께 들어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판정 기준이 엄격하다. 이미지 10장 각각의 argmax 예측이 정답 라벨과 정확히 일치해야 테스트가 통과한다.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실기 결과: 1 passed, 0.12초, 10 / 10 정답.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forward 전체가 단일 EDF 커널 하나(68,106 B)로 낮춰졌다. 중간에 CPU로 빠지는 구간이 없다.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실행 전후로 npu0 메모리가 0.00 / 47.50 GiB 로 동일했다. 자원 누수 0.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커널이 동원한 엔진: 행렬곱 두 번은 Contraction(DPE), bias-add와 ReLU(vector_clip(Max,0))는 Vector Engine, bias 재배치는 Switch/Transpose, HBM↔DM 이동은 DMA.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사이클은 17,953 cycle / 인스트럭션 22개다. 이 값은 --dump-schedule 이 준 스케줄 모델 예측이지 벽시계가 아니다.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 안에서도 DmaEngine 이 12,365 cycle(68.9%)을 차지한다. 데이터 이동이 지배한다는 신호가 여기서도 나온다.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결과는 두 번 재현됐다. 처음엔 별도 visa_mnist 패키지에서, 나중엔 게이팅한 벤더 예제 크레이트 안에서 mnist 1/1 (hal=0 mismatch=0 load=0) 행으로 다시 나왔다.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저장소 전체에서 학습 가중치로 end-to-end 추론을 하는 예제는 MNIST 하나뿐이다.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compile 성공은 "EDF를 만들 수 있다"까지만 보장한다. 실기에서 로드·실행되는지는 완전히 별개다.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못 하는 쪽 — 커널 200개 중 63개가 실기로 컴파일되지 않는다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621"/>
                <a:gridCol w="1060341"/>
                <a:gridCol w="747287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REAL_LOWERING_GAP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멀쩡한 커널인데 백엔드가 아직 못 낮춘다. 진짜 공백이다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INTENTIONAL_NEGATIVE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잘못된 매핑을 문서화하려고 만든 표본. 실패가 정상이다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COMPILER_ICE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에러 문구가 internal compiler error — 컴파일러 자체 버그다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GENERIC_NOT_MONOMORPHIZED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제네릭 device 함수라 구체 타입 래퍼가 필요하다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UNCLEAR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근거가 부족해 판단을 보류했다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64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분류는 보정 전 64개 목록 기준. 그중 1건이 거짓 FAIL이라 진짜 FAIL은 63이다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"일부러 실패하는 표본"은 23개뿐이다. 나머지 40개는 진짜 공백이거나 컴파일러 버그다.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실기로 못 가는 대표 커널 — 테스트가 실제로 호출하는 28개 중에서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matmul::matmul_16384 — visa: Branch conversion is not yet implemented. 타일링 루프의 분기를 NPU 제어흐름으로 못 바꾼다.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matmul::matmul_chip_reduce — strides([8,128,4,...]) is not aligned by 8. DMA 시퀀서가 8바이트 정렬을 요구한다.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matmul::matmul_cluster_reduce — tail_size % min_align (1) != 0. i8 네 개짜리 꼬리가 8B flit 정렬에 안 맞는다.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matmul 모듈은 7종 전부 실패다. 4096은 IndexAccess … must have axis with given tag, split_reduce는 commit_trim packet mismatch, wo_broadcast는 Collect time mismatch, split_reduce2는 ICE.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transformer::{embedding, attention, decoder, head}::forward — 4종 전부 컴파일러 내부 오류(ICE). Qwen 24레이어 경로가 통째로 막혀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vrf_add::vrf_add — tail_size % min_align (4) != 0. 대표 VRF 예제가 실기에 못 올라간다.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contract_outer_assertions::lane_size::valid_size_{1,2,4} — incorrect buffer size. 8레인이 다 안 찬 부분 충전 레인 그룹의 꼬리 패딩을 DRAM 크기 계산이 빠뜨린다. 완전 충전된 8레인 변형만 낮춰진다.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switch_assertions::alignment::aligned_fetch_packet_i4 — i4(4비트) 텐서의 서브바이트 DRAM 크기를 256으로 잡는데 실제는 240이다. 같은 모양의 i8·bf16 커널은 정상이다.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memory_op::{dm_pcopy, dm_view_pcopy, hbm_chip_shuffle}, view::{simpl, padding}, cluster_chip_shuffle_slice::{cluster_shuffle, chip_slice, cluster_slice}.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실패 63개에서 읽히는 패턴 세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① 정렬(alignment)이 반복해서 발목을 잡는다.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세 가지 문구가 계속 나온다: not aligned by 8 (DMA 시퀀서의 8바이트 정렬 요구), tail_size % min_align != 0 (꼬리 조각이 flit 경계에 안 맞음), incorrect buffer size (부분 충전 그룹의 꼬리 패딩 누락).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이건 뒤에 나올 "사이클의 96.5%가 DMA"와 같은 곳이 문제다. 도는 커널은 DMA에 사이클을 쓰고, 안 도는 커널은 DMA 정렬에 막힌다.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② 다중 칩·클러스터 경로가 통째로 막혀 있다. 단 기전이 두 가지로 갈린다.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5종은 실기 컴파일 자체가 실패한다: matmul_chip_reduce, matmul_cluster_reduce, cluster_shuffle, chip_slice, cluster_slice.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1종(cluster_chip_shuffle_slice::chip_shuffle)은 컴파일은 통과하는데 실기 커널 로드에서 abort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결과적으로 이 서버의 RNGD 4장을 vISA로 함께 쓰는 예제는 현재 하나도 실기에서 돌지 않는다. 다만 "전부 컴파일이 안 된다"고 쓰면 틀린다 — 1종은 컴파일된다.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③ 분기(branch)가 없다.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Branch conversion is not yet implemented — 호스트 쪽 for/if 로 타일링과 누적을 표현한 큰 커널은 실기로 못 간다. matmul_16384 가 여기 걸린다.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그래서 지금 vISA로 큰 문제를 풀려면 루프를 코드로 쓰는 대신 m![] 매핑으로 펼쳐야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세 패턴 모두 "연산"이 아니라 "데이터를 어떻게 놓고 옮기느냐"의 문제다.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실기 결함 4유형 — 실패 6건은 성격이 전부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158"/>
                <a:gridCol w="1047585"/>
                <a:gridCol w="5664718"/>
                <a:gridCol w="147437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건수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위험도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① 커널 로더 범위초과 → 프로세스 abort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device-runtime-c/src/kernel.rs:137 에서 패닉. 요구 크기가 실제의 약 1.5배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높음 (즉사)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② 조용한 데이터 오배치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에러도 크래시도 없이 틀린 위치·값을 돌려준다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가장 높음 (안 들킴)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③ 커널 hang → HAL 타임아웃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os error -110 (ETIMEDOUT). 단독 실행에서도 60초 타임아웃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높음 (연쇄 오염)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④ 반올림·순서 차이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(2)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커널은 옳고 테스트 기준이 과하다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버그 아님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④를 ②와 섞지 않는 것이 이 조사의 핵심 작업이었다. 안 갈랐으면 "실기 결함 5건"이라 적었을 텐데 진짜 결함은 3건이다.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 조용한 데이터 오배치 (a) — 브로드캐스트 DMA가 목적지에 아무것도 안 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테스트가 하는 일은 단순하다. i32 값 0..512 를 HBM에 올리고, HBM→HBM 브로드캐스트 DMA로 [A=512, B=4] 로 펼친 뒤 되읽는다.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기대값은 0,0,0,0, 1,1,1,1, 2,2,2,2, …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실기 실측값 앞 4개: -1097810306, 1048624774, -1089814802, 1046945792. 2048개 원소가 전부 불일치, 최대 절대오차 2.139e+09.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기대값에는 0이 네 개 있는데 실측에는 0인 원소가 하나도 없다.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정체를 어떻게 규명했나 — 두 단계다.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첫째, 결정적이다. 두 번 반복 실행해도 앞 세 값이 완전히 같았다. 난수 쓰레기가 아니라 특정 영역을 일관되게 읽고 있다는 뜻이다.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둘째, 그 정수들을 f32 비트로 재해석하니 -0.283, 0.251, -0.542, 0.226 — 크기가 1 근처인 작은 실수들이다. 이전에 그 HBM 영역에 쓰였던 f32 데이터의 잔류물이다.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결론: 브로드캐스트 DMA가 목적지에 아무것도 쓰지 않는다. 되읽기는 묵은 값을 그대로 가져온다.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그리고 이 테스트는 에뮬레이션에서는 통과한다. 실기와 에뮬의 결과가 갈리는데 아무도 안 알려준다.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에러도 HAL 오류도 크래시도 없다. 값 검증이 없었으면 그냥 지나갔다.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 조용한 데이터 오배치 (b) — 커밋 창이 8칸 앞에 착지한다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오프셋 32가 요소 수가 아니라 바이트 수로 적용된 흔적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213214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의도한 오프셋 : 32 elements × 4 B (f32) = 128 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실제 착지점   :  8 elements            =  32 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→ "32"라는 값이 요소 수가 아니라 바이트 수로 쓰였다.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32 B ÷ 4 B/element = 8 elements   ← 정확히 f32 크기로 나눠떨어진다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188318"/>
            <a:ext cx="11057839" cy="1608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처음 보이는 증상은 이 한 줄뿐이라 원인을 알 수 없다: assertion `left == right` failed: result[32] should equal input[0] / left: 24.0, right: 0.0.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그래서 단언 대신 목적지 배열 전체를 출력하는 프로브를 만들어 실기에서 다시 돌렸다. 그러자 오염 패턴이 정확히 드러났다.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result[0..8] 은 기대대로 0, result[8..40] 에 input[0..32] = 0,1,2,…,31 이 통째로 들어가 있었고, 정작 가야 할 result[32..64] 에는 앞 8칸만 24..31 이 있었다.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데이터는 전혀 손상되지 않았다. 0,1,2,…,31 이 순서대로 온전하다. 쓰인 위치만 틀렸다.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아래 산술이 정확히 맞아떨어지므로 목적지 오프셋의 단위 혼동(요소 수 vs 바이트 수)으로 판정했다. 다만 이건 산술 정황이지 런타임 소스를 읽어 확인한 것은 아니다.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①·③은 시끄럽게 죽어서 바로 안다. ②는 숫자가 조용히 틀린다. 실기로 뭔가 옮길 때 값 검증이 필수인 이유가 이것이다.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④ 커널이 옳은데 테스트 기준이 과한 2건 — 값이 다르다고 다 버그가 아니다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(a) 1 ULP 반올림 — zip::test_ve_group_pair_ternary_selective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512개 원소 중 489개(95.5%)가 비트 단위로 일치하고, 불일치 23개의 최대 ULP 차이가 1, 최대 상대오차가 1.742e-07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가장 나쁜 원소조차 npu=4.0194473 vs host=4.019448 — f32의 마지막 한 자리다.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문제는 테스트가 assert_f32_vec_eq 로 비트 완전 일치를 요구한다는 것이다. NaN만 봐주고 나머지는 == 로 비교한다.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(b) 리듀스 순서 — reduce::test_ve_intra_slice_reduce_split_time_packet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처음엔 진짜 오염처럼 보였다. 512개 중 387개(75%)가 불일치하고 최대 오차 2.7e9, i32::MAX(2147483647)까지 나온다. ULP로는 설명이 안 되는 규모다.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그런데 이 커널의 연산은 i32 saturating_add 리듀스(R16 = 16개)다. saturating_add 는 결합법칙이 성립하지 않는다.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·  (MAX + 1) + (-1) = MAX - 1 인데 MAX + (1 + (-1)) = MAX 다. 더하는 순서가 다르면 결과가 정당하게 달라진다.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입력이 rand()로 만든 i32라 크기가 2^31 근처고, 16개를 더하면 거의 모든 레인이 포화한다. 그러면 결과는 전적으로 순서에 좌우된다.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결정적 실험으로 확정했다. 같은 커널에 포화가 절대 불가능한 작은 값(-50..50)을 넣었더니 실기에서 0.12초에 통과했다.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이 실험이 없었으면 "실기에서 i32 리듀스가 깨진다"는 틀린 결론을 문서에 적었을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규칙: 비결합 연산(saturating_add, 부동소수 덧셈)을 검증할 때는 순서 독립적인 입력으로 한 번 더 확인해야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하드웨어의 병렬 리듀스 순서는 호스트의 순차 기준과 다르다. 그건 결함이 아니라 사양이다.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함정 ① — --backend npu 는 패키지의 모든 #[device] 를 컴파일한다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핵심 규칙: --backend npu 는 패키지 안의 모든 #[device] 함수를 빌드 시점에 EDF로 낮춘다. 테스트가 그 함수를 부르든 말든 상관없다. 하나라도 못 낮추면 크레이트 전체가 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벤더 예제 크레이트를 그대로 --backend npu 로 돌리면 커널 에러 63개로 빌드가 실패하고, 테스트는 0개 실행된다.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typecheck 와 emulation 은 왜 되나 — 두 백엔드는 커널을 호출될 때 처리한다. 아무도 안 부르는 커널은 그냥 지나간다.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그래서 emulation 은 104개 통과(실패 0)인데 npu 만 빌드 자체가 안 되는 기묘한 상황이 나온다.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이 규칙을 모르면 "vISA는 실기에서 안 돈다"는 잘못된 결론에 도달한다. 실제로는 크레이트 구성 문제다.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MNIST를 처음 돌릴 때 visa_mnist 라는 별도 패키지를 따로 만들어야 했던 진짜 이유도 이것이다.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해법은 두 가지다: 되는 모듈만 골라 새 크레이트를 만드는 서브셋, 안 되는 커널에만 게이트를 붙이는 게이팅.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실기의 첫 관문은 카드 점유가 아니라 "패키지 안의 모든 커널이 낮춰지는가"다.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두 가지 해법 — 서브셋 vs 게이팅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서브셋 패키지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방법: 실기 컴파일이 되는 모듈만 골라 새 크레이트를 만든다.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자르는 단위가 모듈이다. 한 모듈에 실패 커널이 하나만 있어도 모듈 전체를 버린다.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실기 테스트 수: 21개.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원본과 구조가 달라져 상류 변경을 따라가기 어렵다.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용도: 빠른 최소 재현. "내 환경에서 실기가 도는가"만 확인할 때 쓴다.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게이팅 (권장)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방법: 실기 컴파일이 안 되는 커널에만 #[cfg(not(backend = "npu"))] 를 붙인다.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자르는 단위가 커널이다. 모듈은 통째로 살아남는다.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실기 테스트 수: 89개. 서브셋의 4배가 넘는다.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원본과의 차이가 게이트 삽입뿐이라 상류 갱신을 따라가기 쉽다.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상류가 이미 쓰는 관용구다(tests/matmul_tests.rs:124).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결과: 143개 커널이 실기 바이너리로 낮춰지고, 커널 에러 0으로 빌드가 끝난다.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모듈 단위로 자르면 과하게 버린다. switch_assertions 는 46개 중 34개, vector_engine 은 50개 중 47개가 실기로 간다.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함정 ② — 테스트마다 새 프로세스로 격리해야 한다 (숫자가 3배 달라진다)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vector_engine 테스트 36개를 두 방식으로 돌린 결과다.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평범한 cargo test 로 한 프로세스에 전부: 통과 10 / 실패 25.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2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테스트마다 새 프로세스로 격리: 통과 33 / 실패 3.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같은 하드웨어, 같은 커널, 같은 코드인데 통과 수가 10 → 33 으로 3.3배 달라진다.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기전은 이렇다. test_ve_stash_fp_fp 가 NPU에서 hang 하면 HAL이 -110(ETIMEDOUT)을 반환하고, 그 이후 그 프로세스의 모든 커널 실행이 전부 -110 으로 실패한다. 멀쩡한 커널 22개가 실패로 집계된다.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--test-threads=1 로 직렬화해도 소용없다. 동시성 문제가 아니라 프로세스 상태 오염이기 때문이다. 실제로 단일 스레드에서도 앞 10개만 통과하고 11번째부터 무너졌다.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결정적 증거 — 단독 실행 대조: normal::test_ve_stash_fp_fp 는 60초 타임아웃으로 실패(진짜 hang), reduce::test_ve_intra_slice_reduce_add_f32 는 0.13초에 통과(연쇄 피해자).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NPU 자체는 손상되지 않는다. hang 직후 furiosa-smi status 에서 npu0~npu3 모두 alive / 0.00 GiB 였고, 프로세스가 끝나면 회복된다.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실무 규칙: 한 번에 돌린 "N개 실패"는 상한이 아니라 과대계상이다. 진짜 실패를 알려면 하나씩 새 프로세스로 돌려야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실기 테스트 결과를 믿으려면 프로세스를 격리하라. 이건 선택이 아니라 전제다.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함정 ③ — compile &lt;FILTER&gt; 는 부분문자열 매칭이다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에러가 어느 커널 것인지 확인하지 않으면 판정이 오염된다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$ cargo furiosa-opt compile -p &lt;pkg&gt;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"switch_assertions::inter_transpose::invalid_time0"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Compiling [3/3] ...invalid_time0_mismatch   ← 접두사가 같은 다른 커널까지 선택됨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error: furiosa-opt: ...invalid_time0_mismatch: ...   ← 에러는 그 커널 것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지정한 invalid_time0 자체는 컴파일에 성공했다.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함정 ③ — compile &lt;FILTER&gt; 는 부분문자열 매칭이다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cargo furiosa-opt compile 의 FILTER 인자는 정확한 이름 매칭이 아니라 부분문자열 매칭이다.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invalid_time0 을 지정하면 invalid_time0_mismatch, invalid_time0_size 처럼 그 이름을 접두사로 갖는 다른 커널까지 함께 컴파일된다.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그래서 "출력에 error 가 있으면 FAIL" 이라는 단순 규칙으로 집계하면 멀쩡한 커널이 남의 에러를 뒤집어쓰고 FAIL로 기록된다.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실측: 200개 중 접두사 충돌 후보가 8개, 실제로 오염된 판정이 1건이었다(invalid_time0 — 실제로는 컴파일 성공).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엄밀 재판정 규칙: 에러 줄이 error: furiosa-opt: &lt;정확한 커널명&gt;: 형태로 그 커널을 지목할 때만 FAIL로 센다.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9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보정 결과 136 OK / 64 FAIL 이 137 OK / 63 FAIL 로 바뀌었다.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자동 집계 스크립트를 쓸 때는 "에러가 있는가"가 아니라 "에러가 누구를 지목하는가"를 봐야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성능의 진실 — 사이클은 어디로 가나 (커널 130개 합산)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1704"/>
                <a:gridCol w="2571590"/>
                <a:gridCol w="1542954"/>
                <a:gridCol w="257159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엔진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총 사이클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비중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인스트럭션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DmaEngine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75,464,336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96.5%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PeCore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2,586,167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3.3%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1,557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MainContext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58,883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InterChipTransfer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38,018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VectorEngine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14,770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SubContext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9,737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값은 컴파일러의 스케줄 모델 예측이지 벽시계 실측이 아니다. 실제 하드웨어 카운터를 읽은 게 아니다.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DMA가 지배한다 — 그리고 이 주장을 얼마나 엄밀하게 말할 수 있나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인스트럭션 수는 PeCore 가 1,557개로 제일 많은데 사이클은 3.3%다. 반대로 DmaEngine 은 470개 인스트럭션으로 96.5%를 잡아먹는다.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즉 DMA 인스트럭션 하나가 연산 인스트럭션 하나보다 두 자릿수 이상 비싸다.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거대 커널 몇 개가 평균을 끌어올린 착시가 아니다. 커널별로 봐도 그렇다.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DMA 비중 90% 이상인 커널이 130개 중 54개, 50% 이상이 107개(82%), 중앙값이 82.8%다. 중앙 커널조차 사이클의 83%를 데이터 이동에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사이클 스팬 분포: min 16 / p25 4,612 / median 10,532 / p75 23,503 / max 10,845,036. 1 GHz 기준 중앙값 약 10.5 µs, 최대 약 10.8 ms.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가장 무거운 커널 at_primitives::vrf::multi_vrf_at 는 인스트럭션 12개로 1,080만 사이클을 쓴다. 명령 수와 비용은 전혀 비례하지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정직하게 말하려면 겹침을 빼야 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--dump-summary 로 본 mnist::forward 는 total_instruction_cycle 23,337, total_execution_cycle 17,953 이고 차이 5,384 가 hidden(다른 엔진에 겹쳐 감춰진 부분)이다. 엔진별 점유 합이 100%를 넘는 이유가 이것이다.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1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커널에서 io 총 점유는 68.874%지만 겹치지 않은 순수 io(io_only)는 38.311%다. "DMA가 지배한다"를 엄밀히 말하려면 io_only 를 써야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그래도 방향은 안 바뀐다. 총 점유로 보든 순수 점유로 보든 데이터 이동이 최대 항목이고, 슬라이스 내부 연산(PeCore)은 3.3%다.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최적화 레버는 슬라이스 내부가 아니라 데이터 이동이다. 슬라이스 안을 아무리 잘 짜도 상한이 3.3%다.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성능의 진실 — 사이클의 대부분은 데이터 이동이다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커널 130개의 컴파일러 스케줄을 합산한 값 (모델 예측, 벽시계 실측 아님)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285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2331720"/>
            <a:ext cx="8553064" cy="713232"/>
          </a:xfrm>
          <a:prstGeom prst="rect">
            <a:avLst/>
          </a:prstGeom>
          <a:solidFill>
            <a:srgbClr val="C13C3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DmaEngine  96.5%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57352" y="2331720"/>
            <a:ext cx="292488" cy="713232"/>
          </a:xfrm>
          <a:prstGeom prst="rect">
            <a:avLst/>
          </a:prstGeom>
          <a:solidFill>
            <a:srgbClr val="1A7F3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PeCore 3.3%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49840" y="2331720"/>
            <a:ext cx="17727" cy="713232"/>
          </a:xfrm>
          <a:prstGeom prst="rect">
            <a:avLst/>
          </a:prstGeom>
          <a:solidFill>
            <a:srgbClr val="ECF0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32888"/>
            <a:ext cx="1600200" cy="262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전체 사이클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74720"/>
            <a:ext cx="11057839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57016"/>
            <a:ext cx="201168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DmaEngine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557016"/>
            <a:ext cx="23774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75,464,336 사이클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3557016"/>
            <a:ext cx="201168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명령 470개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557016"/>
            <a:ext cx="12801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96.5%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895344"/>
            <a:ext cx="11057839" cy="384048"/>
          </a:xfrm>
          <a:prstGeom prst="rect">
            <a:avLst/>
          </a:prstGeom>
          <a:solidFill>
            <a:srgbClr val="F6F9FC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977640"/>
            <a:ext cx="201168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PeCore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3977640"/>
            <a:ext cx="237744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2,586,167 사이클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3977640"/>
            <a:ext cx="201168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명령 1,557개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977640"/>
            <a:ext cx="128016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3.3%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434840"/>
            <a:ext cx="11057839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명령 수는 PeCore가 3배 많은데(1,557 대 470) 사이클은 DMA가 29배 많다. 명령 하나당 걸리는 시간이 압도적으로 다르다.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 하나하나로 봐도 같다. DMA 비중 중앙값 82.8%, 130개 중 107개가 50% 이상, 54개가 90% 이상이다.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그래서 슬라이스 내부 연산을 아무리 잘 짜도 전체의 3.3% 안에서만 이득이 난다(암달의 법칙).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1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최적화 레버는 매핑·타일링·데이터 배치 쪽이다. 즉 4부와 7부에서 배운 것이 곧 성능 도구다.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수치는 컴파일러 스케줄 모델의 예측이다. 벽시계로 검증한 값이 아니라는 점을 항상 같이 말해야 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그래서 어디를 봐야 하나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794"/>
                <a:gridCol w="4354024"/>
                <a:gridCol w="373202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봐야 할 곳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기대 효과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HBM↔DM 전송량 자체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사이클의 96.5%가 DmaEngine, 중앙 커널도 82.8%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가장 큰 항목. 안 옮기면 안 든다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레이아웃 · 정렬 (내부 런 길이)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64B → 256B 정렬 변경으로 DmaStore 72,731 → 1,552 cycle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46.9배. 코드 로직은 그대로 두고 배치만 바꿨다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단일 커널 사례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특정 커널 총 82,449 cycle 중 DmaStore 88%, 실제 축약 Main 0.94%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여기서 DPE/VE 태틱을 바꿔도 총 지연이 거의 안 움직인다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내부 연산 (Lane/Packet/TRF/DPE/VE)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PeCore 총 점유 3.3%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중요하지만 상한이 3.3%다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도는 커널은 DMA에 사이클을 쓰고, 안 도는 커널은 DMA 정렬에 막힌다. 양쪽에서 같은 결론이 나온다.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내 코드를 실기에 올리는 검증된 레시피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게이팅 → 빌드 → 격리 실행. 실제로 89개를 돌린 절차 그대로다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2655418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1) 커널별 실기 컴파일 가능 여부 전수 조사 (NPU 불필요, 병렬 가능)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cat kernels.txt | xargs -P 12 -I{} bash -c '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out=$(CARGO_TARGET_DIR=target_cmp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cargo furiosa-opt compile -p &lt;pkg&gt; "{}" 2&gt;&amp;1)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echo "$(echo "$out" | grep -q "^error" &amp;&amp; echo FAIL || echo OK)|{}"'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2) FAIL 커널에만 게이트 삽입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 #[cfg(not(backend = "npu"))]   ← 상류가 이미 쓰는 관용구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 인라인 모듈 경로까지 추적해야 동명 함수를 구분한다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python3 gate_kernels.py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3) 빌드 → 실패 테스트에 게이트 → 반복 (에러 0까지 보통 2~3회)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--backend npu test -p &lt;pkg&gt; --release --no-run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python3 gate_tests.py &lt;build.log&gt;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→ Finished 143 compiled, 0 filtered out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4) 실기 실행 — 반드시 테스트마다 새 프로세스로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while read bin test; do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timeout 150 cargo furiosa-opt --backend npu test -p &lt;pkg&gt; --release \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630522"/>
            <a:ext cx="11057839" cy="18800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0단계는 환경 확인이다. Cargo.toml 에 [package.metadata.furiosa-opt] 마커가 있어야 한다. 구세대의 src/furiosa-opt.tag 만 있으면 현재 래퍼가 "no kernel packages found" 로 거부한다.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그리고 furiosa-smi status 로 npu0 가 alive / 0.00 GiB 인지 먼저 본다. 라우터에 모델이 올라가 있으면 npu0 이 잠긴다.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1단계는 NPU가 필요 없고 병렬로 돌릴 수 있다. 커널이 200개면 -P 12 로 20분 안에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2~3단계는 보통 2~3회 반복해야 에러 0에 수렴한다. 커널을 게이트하면 그 커널을 부르던 테스트가 컴파일 에러를 내기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4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4단계에서 격리와 타임아웃을 빼먹으면 앞의 모든 작업이 무의미해진다.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내 코드를 실기에 올리는 검증된 레시피 (계속 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11057839" cy="475488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--test "$bin" -- --exact "$test"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done &lt; all_tests.txt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실기에 올릴 때 반드시 지킬 여섯 가지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① 실행 전후로 furiosa-smi status 를 확인한다. 자원 누수를 보는 유일한 창구다.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실제로 89개를 돌린 뒤에도 npu0~npu3 이 alive / 0.00 GiB 로 실행 전과 동일했다. 누수 0이었다.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② 테스트마다 새 프로세스로 돌린다. 안 그러면 hang 커널 하나가 만든 연쇄 오염에 속는다(10 → 33).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③ 값 검증을 반드시 붙인다. 조용한 데이터 오배치는 에러도 크래시도 없이 지나간다.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호스트에서 같은 계산을 하고 결과를 비교하는 어서션을 커널마다 붙여라. MNIST가 결함에 안 걸린 이유가 argmax 정답 검증을 하기 때문이다.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④ 타임아웃을 건다(timeout 150). hang 커널이 하나라도 있으면 스크립트가 영영 안 끝난다.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⑤ CARGO_TARGET_DIR 을 따로 지정한다. 빌드가 수 GB를 만들고 원본 프로젝트의 target/ 을 오염시킨다.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⑥ 비결합 연산은 순서 독립 입력으로 재검증한다. saturating_add 나 부동소수 덧셈은 하드웨어의 병렬 리듀스 순서 때문에 정당하게 값이 달라진다.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덧붙여 — 실기 검증은 반드시 실제 실행까지 가야 한다. compile 이 성공했다는 사실만으로 보고서를 쓰면 reshape 같은 반례에 걸린다.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여섯 가지는 취향이 아니라 실측으로 확정된 규칙이다. 하나라도 빼면 숫자가 틀린다.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실측 결과 한눈에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우리 서버 RNGD 4장 · 2026-07 · 프로세스 격리 실행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09344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54864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① 커널 200개를 npu 백엔드로 컴파일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14016"/>
            <a:ext cx="6196619" cy="493776"/>
          </a:xfrm>
          <a:prstGeom prst="rect">
            <a:avLst/>
          </a:prstGeom>
          <a:solidFill>
            <a:srgbClr val="1A7F3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성공 137 (68.5%)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3547" y="2414016"/>
            <a:ext cx="2849540" cy="493776"/>
          </a:xfrm>
          <a:prstGeom prst="rect">
            <a:avLst/>
          </a:prstGeom>
          <a:solidFill>
            <a:srgbClr val="B422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실패 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3547" y="2980944"/>
            <a:ext cx="1085539" cy="310896"/>
          </a:xfrm>
          <a:prstGeom prst="rect">
            <a:avLst/>
          </a:prstGeom>
          <a:solidFill>
            <a:srgbClr val="C13C37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9086" y="2980944"/>
            <a:ext cx="1040308" cy="310896"/>
          </a:xfrm>
          <a:prstGeom prst="rect">
            <a:avLst/>
          </a:prstGeom>
          <a:solidFill>
            <a:srgbClr val="D97B4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89394" y="2980944"/>
            <a:ext cx="588000" cy="310896"/>
          </a:xfrm>
          <a:prstGeom prst="rect">
            <a:avLst/>
          </a:prstGeom>
          <a:solidFill>
            <a:srgbClr val="A84B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77395" y="2980944"/>
            <a:ext cx="180923" cy="310896"/>
          </a:xfrm>
          <a:prstGeom prst="rect">
            <a:avLst/>
          </a:prstGeom>
          <a:solidFill>
            <a:srgbClr val="5B6B7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6267" y="3328416"/>
            <a:ext cx="5120640" cy="221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실패 63 = 로워링 공백 24 · 의도적 표본 23 · 컴파일러 ICE 13 · 기타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67328"/>
            <a:ext cx="54864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② 실기 테스트 89개를 각각 별도 프로세스로 실행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78224"/>
            <a:ext cx="8131379" cy="493776"/>
          </a:xfrm>
          <a:prstGeom prst="rect">
            <a:avLst/>
          </a:prstGeom>
          <a:solidFill>
            <a:srgbClr val="1A7F3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PASS 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98307" y="4078224"/>
            <a:ext cx="508211" cy="493776"/>
          </a:xfrm>
          <a:prstGeom prst="rect">
            <a:avLst/>
          </a:prstGeom>
          <a:solidFill>
            <a:srgbClr val="B4222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FAIL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06518" y="4078224"/>
            <a:ext cx="304927" cy="493776"/>
          </a:xfrm>
          <a:prstGeom prst="rect">
            <a:avLst/>
          </a:prstGeom>
          <a:solidFill>
            <a:srgbClr val="7A10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ABORT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11445" y="4078224"/>
            <a:ext cx="101642" cy="493776"/>
          </a:xfrm>
          <a:prstGeom prst="rect">
            <a:avLst/>
          </a:prstGeom>
          <a:solidFill>
            <a:srgbClr val="ECF0F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5967" y="4206240"/>
            <a:ext cx="1737360" cy="440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정상 동작 83</a:t>
            </a:r>
            <a:br/>
            <a:r>
              <a:rPr sz="120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(93.3%)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809744"/>
            <a:ext cx="7315200" cy="27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③ 프로세스 격리 여부가 결과를 바꾼다 (vector_engine 테스트)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5102352"/>
            <a:ext cx="2261540" cy="310896"/>
          </a:xfrm>
          <a:prstGeom prst="rect">
            <a:avLst/>
          </a:prstGeom>
          <a:solidFill>
            <a:srgbClr val="B4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48072"/>
            <a:ext cx="20574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한 프로세스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4468" y="5148072"/>
            <a:ext cx="18288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222A"/>
                </a:solidFill>
                <a:latin typeface="Segoe UI"/>
                <a:ea typeface="맑은 고딕"/>
                <a:cs typeface="맑은 고딕"/>
              </a:rPr>
              <a:t>10 통과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1488" y="5504688"/>
            <a:ext cx="7463081" cy="310896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550408"/>
            <a:ext cx="20574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테스트마다 격리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6009" y="5550408"/>
            <a:ext cx="1828800" cy="245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7F37"/>
                </a:solidFill>
                <a:latin typeface="Segoe UI"/>
                <a:ea typeface="맑은 고딕"/>
                <a:cs typeface="맑은 고딕"/>
              </a:rPr>
              <a:t>33 통과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hang 커널 하나가 HAL -110 으로 같은 프로세스의 뒤 커널을 전부 오염시킨다. 측정 방법이 결론을 3배 바꾼다.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경계 — TCL을 쓸 때 vs vISA를 써야 할 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373472" cy="329184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TCL을 쓸 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모델 하나를 여러 칩에 얹어 서빙하는 게 목적일 때 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TCL의 배치 어휘는 tcl.context(layout={Chip, Cluster, Split}) 가 전부다. 칩·클러스터 경계까지는 이걸로 표현된다.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벤더가 이미 튜닝한 커널의 설정만 바꾸고 싶을 때 쓴다 — MoE 블록 크기표, tactic_hint, dma_preference, all_gather 의 PDMA/TDMA 전환 같은 것들이다.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짧게 쓰고 싶을 때 쓴다. 같은 GEMM이 TCL 3행 · 매핑 0개인데 vISA는 본체 약 20행 · m![] 약 20개다.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한계 ①: 이 서버 설치본에 TclModule 이 없다(grep 0건). 사용자 TCL 커널을 NPU에서 돌리는 문서화된 경로가 막혀 있다. EdfModule 우회는 아직 미검증이다.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한계 ②: furiosa-tcc 에는 덤프·프로파일 옵션이 전무하다. 사이클을 들여다볼 수 없다.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1296" y="1517904"/>
            <a:ext cx="5373472" cy="329184"/>
          </a:xfrm>
          <a:prstGeom prst="rect">
            <a:avLst/>
          </a:prstGeom>
          <a:solidFill>
            <a:srgbClr val="4B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vISA를 써야 할 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1296" y="1901952"/>
            <a:ext cx="5373472" cy="3657600"/>
          </a:xfrm>
          <a:prstGeom prst="rect">
            <a:avLst/>
          </a:prstGeom>
          <a:solidFill>
            <a:srgbClr val="FAFCFE"/>
          </a:solidFill>
          <a:ln w="12700">
            <a:solidFill>
              <a:srgbClr val="D6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600" y="2029968"/>
            <a:ext cx="5080864" cy="3401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슬라이스 내부를 직접 지정해야 할 때 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Slice / Lane(≤8) / Packet(≤64 B) / TRF / VRF / commit-trim 은 TCL 공개 API에 0건이다. vISA만 노출한다.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사이클을 소스에 귀속시켜 보고 싶을 때 쓴다. compile --dump-schedule / --dump-summary 가 인스트럭션별 사이클과 엔진을 JSON으로 준다.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게다가 이 덤프들은 NPU를 점유하지 않는다. 카드가 바빠도 분석은 계속할 수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지금 실기에서 실제로 도는 쪽이 vISA다. --backend npu 로 테스트 89개를 실행했고 80개가 통과했다.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새 매핑 규칙 자체를 검증하고 싶을 때 쓴다. switch·contract 계열 어서션 31개가 실기에서 통과한다.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대신 크레이트 전체 게이팅 · 프로세스 격리 · 값 검증이라는 운영 비용이 붙는다.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요약하면: 칩 경계 위쪽은 TCL, 슬라이스 내부는 vISA. 그리고 지금 실기가 열려 있는 쪽은 vISA다.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현실적인 첫 프로젝트 5개 — 난이도 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28"/>
                <a:gridCol w="5011105"/>
                <a:gridCol w="501110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난이도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프로젝트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왜 이것부터인가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★☆☆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실기 매트릭스 재현 — _evidence/tools/npu_matrix.sh 로 89개를 격리 실행해 PASS 80 을 직접 재현한다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정답표가 이미 있다(npu_matrix.tsv 89행). 내 결과와 대조해 환경 차이를 바로 안다. 스크립트 경로만 고치면 된다. NPU 필요, 반나절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★☆☆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사이클 지도 다시 그리기 — --dump-schedule / --dump-summary 로 커널을 다시 떠서 io 와 io_only 두 기준으로 DMA 지배율을 재계산한다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NPU를 전혀 점유하지 않는다. 겹침(hidden)을 어떻게 다루느냐로 결론이 어떻게 달라지는지 직접 본다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★★☆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MNIST 변형 — 은닉층 256을 바꿔 재컴파일하고 실기에서 10/10 정답이 유지되는지 확인한다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vISA로 '내 모델'을 실기에 올리는 최소 경로다. 정답 검증이 이미 붙어 있어 조용한 데이터 오배치에 속지 않는다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★★☆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정렬 A/B 실험 — 같은 커널의 레이아웃만 바꿔 DmaStore 사이클을 재고 46.9배 관측을 통제 실험으로 확인한다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최적화 레버가 정말 데이터 이동인지 스스로 확인하는 실험이다. 코드 로직은 안 건드리므로 원인이 깔끔하다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★★★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REAL_LOWERING_GAP 하나 뚫기 — vrf_add(tail_size % min_align (4) != 0)를 꼬리 패딩으로 우회해 실기에 올린다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성공하면 대표 VRF 예제가 실기로 간다. 실패해도 정확한 실패 사유가 남아 상류 보고 재료가 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1·2번은 이번 주에 끝난다. 3·4번이 학기 프로젝트 규모고, 5번이 논문 재료가 될 수 있는 크기다.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문서 지도 — 어디를 읽으면 되나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444"/>
                <a:gridCol w="6634703"/>
                <a:gridCol w="191669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경로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분량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vISA/book_ko/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FuriosaAI 공식 책 원문 46절의 한국어 전문 번역. 원문과 같은 경로·같은 파일명이라 1:1 대조된다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md 48개, mdbook build 통과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vISA/book_guide/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우리 서버 실측을 얹은 해설. 00~09가 책 섹션 해설, 10~13이 실행 기록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17편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book_guide/13-NPU-실기-매트릭스.md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 부의 주 출처. 89개 매트릭스, 결함 4유형, 사이클 특성, 실기 레시피, 컴파일 실패 63개 분류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가장 먼저 볼 것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book_guide/OPTIMIZATION-SURFACE.md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L1(서빙설정)~L5(폐쇄영역) 25개 최적화 지점. 각 지점의 파일경로·바꿀것·측정법·난이도·상태(open/partial/blocked)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무엇을 손댈지 정할 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book_guide/_GROUND_TRUTH.md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 서버의 버전 현실과 실측 사실 앵커. 툴체인 세대, 0.3→0.4 API 차이, TCL/vISA 경계, N1~N12 실기 실측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헷갈리면 여기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book_guide/_evidence/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원본 로그와 재현 스크립트 7종. npu_matrix.tsv(89행), perkernel_matrix_fixed.txt(200행), sched_summary.json(130커널), ve_isolated.log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모든 수치의 1차 근거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25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읽는 순서: 처음 배우면 00 → 01 → 02, 실기가 궁금하면 13 → 12, 성능을 손대려면 OPTIMIZATION-SURFACE 계측 절 + 13번 §4.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10부 · 그래서 vISA로 뭘 할 수 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정직한 한계 — 이 부가 답하지 못하는 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성능 비교를 하지 않았다. 사이클은 컴파일러의 스케줄 모델 값이지 실측 벽시계가 아니다.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실기 벽시계는 cargo 오버헤드(최소 3.5초)에 묻혀 커널 시간을 분리하지 못했다. "RNGD가 GPU보다 몇 배" 같은 주장을 여기서 끌어내면 안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§4의 사이클은 정적 예측이다. 실제 하드웨어 성능 카운터를 읽은 게 아니다. 모델을 믿는 근거는 mnist::forward 가 독립 기록과 정확히 일치했다는 것 하나다.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게이팅한 커널들을 고쳐보지 않았다. 63개가 실기로 못 간다는 것까지만 확인했고, 고칠 수 있는지는 미확인이다.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test_ve_stash_fp_fp 의 hang 원인을 소스 수준에서 규명하지 못했다. 어느 매핑이 하드웨어를 멈추는지는 후속 과제다.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tile 의 "바이트 vs 요소" 해석은 산술 정황이다. 32가 정확히 f32 크기 4로 나눠떨어지는 건 강한 근거지만 런타임 소스를 읽어 확인한 것은 아니다.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모든 실행이 배치=1, 단일 칩이다. 다중 칩·클러스터 경로 6종은 5종이 컴파일에서 막히고 유일하게 컴파일되는 1종은 로드에서 abort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아무것도 상류에 보고하지 않았다. 보고 가치가 있는 실측이 최소 여섯 건 있다: 커널 로더 범위초과, 브로드캐스트 DMA 목적지 미기록, 커밋 창 오프셋 단위 혼동, 커널 hang(HAL -110), 낡은 #[ignore] 사유 3건, 컴파일러 ICE 13건.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모르는 것을 모른다고 적어두는 것이 다음 사람이 시간을 안 버리게 하는 방법이다.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C3D4E8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1683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치트시트 · 용어 · 자주 하는 실수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① — cargo furiosa-opt 패스스루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두 가지 호출 형태 — cargo 패스스루와 직접 컴파일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형태 1: cargo 패스스루 — --backend 뒤의 인자는 전부 cargo 로 그대로 넘어간다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[--backend &lt;backend&gt;] &lt;cargo 서브커맨드&gt; [cargo 인자...]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run  --release --bin gemm            # 백엔드 생략 = emulation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test --release --bin gemm            # 레퍼런스 값과 비교까지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--backend typecheck run --release --bin gemm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--backend npu       test --test mnist_tests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형태 2: 커널 직접 컴파일 — cargo 를 거치지 않는다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compile [FILTER]... [-p &lt;패키지&gt;] [--dump-* ...]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① — cargo furiosa-opt 패스스루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`cargo furiosa-opt` 는 cargo 를 감싼 얇은 래퍼다. 평소 `cargo build/test/run` 을 쓰던 자리에 그대로 바꿔 쓰면 되고, 래퍼는 그 옆에서 백엔드를 고르고 그 빌드가 필요로 하는 `#[device]` 커널을 대신 컴파일한다.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크레이트가 커널 패키지로 인식되려면 `Cargo.toml` 에 `[package.metadata.furiosa-opt]` 마커가 있어야 한다. 없으면 `no kernel packages found` 로 거부된다.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구형 마커인 0바이트 `src/furiosa-opt.tag` 만 있는 프로젝트는 현재 래퍼가 인식하지 않는다. 실제로 `/home/jun/yik` 가 이 상태라 `compile` 과 `--backend npu` 가 막혀 있고 `typecheck`/`emulation` 만 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`Cargo.toml` 에 `default-run` 이 없으면 `run` 에 `--bin &lt;이름&gt;` 을 반드시 붙여야 한다. 빠뜨리면 cargo 가 "could not determine which binary to run" 으로 죽는다.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7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커널 산출물은 `FURIOSA_OPT_OUT_DIR` 아래로 간다. 기본값은 `&lt;workspace target&gt;/furiosa-opt/kernel` 이고 파일명은 `pkg::mod::fn.{bin,edf,hash}` 형태다.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5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컴파일은 커널 단위로 캐시되므로, 바뀌지 않은 커널은 다음 실행에서 다시 컴파일되지 않는다.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--backend 는 반드시 cargo 서브커맨드 '앞'에 온다. 뒤에 쓰면 cargo 가 자기 인자로 받아 실패한다.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② — compile 과 덤프 5종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단일 커널을 골라 계측 산출물을 뽑는다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 furiosa-opt compile -p furiosa-opt-examples "mnist::forward"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--dump-schedule prof/fwd_sched.json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--dump-summary  prof/fwd_sum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--dump-visa     &lt;FILE&gt;   중간 vISA    → Rust Debug 텍스트 (어셈블리 아님)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--dump-ir       &lt;FILE&gt;   중간 LIR     → 텍스트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--dump-schedule &lt;FILE&gt;   스케줄       → JSON, Schedule Viewer 입력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--dump-graph    &lt;FILE&gt;   IR 그래프    → JSON (tensors/operators/inputs/outputs)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--dump-summary  &lt;DIR&gt;    컴파일 요약  → 디렉터리에 파일 20개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Finished 1 compiled, 206 filtered out      # ← N 이 1 인지 반드시 확인한다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② — compile 과 덤프 5종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`compile` 은 항상 NPU 커널을 만들기 때문에 `--backend` 를 받지 않는다. 그래도 카드를 잡지 않으므로 계측 목적으로는 가장 안전한 창구다.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공식 책 부록에는 덤프가 `--dump-visa` 와 `--dump-schedule` 두 개만 적혀 있지만, 설치본의 `compile --help` 에는 다섯 개가 전부 있다. 책 쪽의 누락이다.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`--dump-*` 는 단일 커널을 컴파일할 때만 의미가 있다. 필터가 두 개 이상을 잡으면 덤프가 어느 커널 것인지 보장되지 않는다.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`[FILTER]` 는 `#[device]` 전체 경로 이름(`abc::def::foo`)에 대한 부분문자열 매칭이다. 이름이 모호하면 `kernel::gemm_kernel::gemm_kernel` 처럼 풀 경로를 준다.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덤프할 때는 `CARGO_TARGET_DIR` 를 작업용 별도 경로로 지정해 사용자 프로젝트의 `target/` 을 오염시키지 않는다. 실측 매트릭스 작업에서도 `target_sched`/`target_npu` 로 분리해 지켰다.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Schedule Viewer 는 `cargo install furiosa-schedule-viewer` 로 설치한다. 실행하면 `127.0.0.1:9254` 에 바인딩되고, `--dump-schedule` JSON 을 페이지에 끌어다 놓으면 사이클 타임라인이 뜬다. `--host`/`--port` 로 바꿀 수 있다.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3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뷰어가 보여 주는 텐서·연산자는 실제 하드웨어 명령어 기준이라 vISA 소스에서 쓴 텐서·연산자와 1:1 이 아니다.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compile 은 NPU 카드를 점유하지 않는다. 실기 테스트를 돌리는 중에도 동시에 사이클 스케줄을 뽑을 수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③ — --dump-summary 로 나온 summary.log 읽기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prof/fwd_sum/summary.log — mnist::forward 실측 발췌 (자릿수 그대로)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total_instruction_cycle  : 23337 (main + sub + io)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total_execution_cycle    : 17953 (main + sub + io - hidden)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estimated_execution_cycle: 17953 (skip-aware)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main                     : 42.790% (7682)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sub                      :  4.400% (790)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io                       : 68.874% (12365)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main_only                : 12.226% (2195)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sub_only                 :  4.400% (790)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io_only                  : 38.311% (6878)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dram_usage_io            : 419968B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 peak_memory_usage_bytes  : 440803328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③ — --dump-summary 로 나온 summary.log 읽기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백분율의 분모는 `total_execution_cycle` 17,953 이다. 검산하면 7,682/17,953 = 42.790%, 12,365/17,953 = 68.874%, 6,878/17,953 = 38.311% 로 소수 셋째 자리까지 재현된다.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main + sub + io 를 더하면 116.064% 로 100% 를 넘는다. 오류가 아니라 엔진이 겹쳐 돌기 때문이고, 그 차이에 `hidden` 이라는 이름이 붙어 있다. 23,337 − 17,953 = 5,384 사이클이 다른 엔진 뒤로 숨은 구간이다.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`*_only` 는 겹치지 않은 배타적 점유라 합이 54.938% 로 100% 를 넘지 않는다. 지연을 줄일 여지를 논할 때 쓸 정직한 값은 이쪽이다.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같은 17,953 이 세 경로에서 자릿수까지 일치한다. `--dump-schedule` 을 분석해 얻은 `max(lifetime.end)`, 별도 실행 기록, 그리고 `summary.log` 의 `total_execution_cycle` 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6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덤프의 분해 축이 다르다. `summary.log` 는 컨텍스트 축(main/sub/io/sync/spill_io), `--dump-schedule` 은 엔진 축(DmaEngine/MainContext/VectorEngine/SubContext/PeCore)이다. 겹치는 셋은 정확히 대응하지만(main=MainContext, sub=SubContext, io=DmaEngine) 나머지는 대응 줄이 없다.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4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`--dump-schedule` 에는 총 사이클 필드가 아예 없다. 총량이 필요하면 `--dump-summary` 를 쓰는 편이 낫다.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이 숫자들은 전부 컴파일러의 스케줄 모델 예측값이다. NPU 를 실제로 돌려 잰 값이 아니다.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④ — 백엔드 3종 (책과 설치본이 다르다)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360"/>
                <a:gridCol w="6326799"/>
                <a:gridCol w="1075556"/>
                <a:gridCol w="239012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백엔드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무엇이 실행되나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NPU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언제 쓰나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`typecheck`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매핑·shape 만 타입 수준에서 검증한다. 값 루프는 팬텀(빈) 텐서로 단락된다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매핑·모양 오류를 가장 싸게 잡을 때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`emulation` (기본)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호스트 CPU 가 NPU 의 물리 버퍼 저장소 위에서 커널을 해석 실행한다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개발 기본값. 수치 정확성까지 검증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`npu`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컴파일된 커널을 실제 카드로 디스패치한다. 자동 커널 컴파일을 유발한다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필요 (+SDK)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하드웨어 경로까지 포함한 종단 검증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~~`simulation`~~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책 부록과 v0.2 CHEATSHEET 에만 있다. 설치본 0.4 에는 없어 `--backend simulation` 은 거부된다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쓰지 않는다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`cargo furiosa-opt --help` 가 진실이다. 책 부록은 0.3 시절 문서라 `simulation` 을 기본값으로 적고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⑤ — furiosa-smi 와 실기 실행 위생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카드 상태 확인과 실기 실행 규칙 (출력은 발췌·요지)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furiosa-smi status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npu0  alive   0.00 / 47.50 GiB     ← 실행 전후 두 번 찍어 누수를 본다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npu1  alive   0.00 / 47.50 GiB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npu2  alive   0.00 / 47.50 GiB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npu3  alive   0.00 / 47.50 GiB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furiosa-smi info                     # 카드 정보 텍스트 (전력 값도 여기에 섞여 나온다)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sudo furiosa-smi governor -p performance -i 2,3   # 주파수 프로파일 고정 (root 필요)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sudo furiosa-smi governor -p powersave   -i 2,3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실기 실행은 테스트마다 새 프로세스 + 타임아웃 + 별도 target 디렉터리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CARGO_TARGET_DIR=target_npu timeout 150 \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cargo furiosa-opt --backend npu test --test &lt;파일&gt; -- --exact &lt;테스트&gt;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명령어 치트시트 ⑤ — furiosa-smi 와 실기 실행 위생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`furiosa-smi status` 는 카드별 생존 여부와 HBM 점유를 준다. 우리 서버는 RNGD 4장이고 카드당 47.50 GiB 로 보고된다. 실기 매트릭스 89건을 돌리는 동안에도 전후 값이 `0.00/47.50 GiB` 로 같아 자원 누수가 0이었다.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`furiosa-smi` 에는 전력 전용 하위 명령이 없다. 전력을 재려면 `info` 출력 텍스트를 주기적으로 스크레이핑해야 한다. 우리 벤치 스크립트도 1초 간격으로 이 텍스트를 긁어 1W 해상도로 기록한다.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`governor` 는 재컴파일 없이 즉시 적용되는 유일한 실질 DVFS 레버다. root 권한이 필요하고 `-i` 로 카드를 고른다. 저동시성에서는 토큰당 에너지가 오르고 고동시성에서는 처리량이 깎인다.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실기 테스트를 한 프로세스에 몰아 돌리면 안 된다. hang 커널 하나가 HAL `-110`(ETIMEDOUT)을 남기면 같은 프로세스의 이후 커널이 전부 실패로 오집계된다. 실제로 `vector_engine` 이 격리 실행에서 33개 통과, 배치 실행에서 10개 통과로 갈렸다.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NPU 가 hang 해도 카드 자체는 손상되지 않는다. 연쇄 실패 직후에도 `furiosa-smi status` 는 npu0~npu3 전부 `alive / 0.00 GiB` 를 보고했다.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실기 실행은 전후로 furiosa-smi status 를 찍어 0.00 GiB 로 돌아오는지 확인하는 것이 기본 위생이다.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 연산자 한 장 요약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205"/>
                <a:gridCol w="1074407"/>
                <a:gridCol w="8557227"/>
              </a:tblGrid>
              <a:tr h="367422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연산자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뜻과 예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`A`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Symbol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 A 를 그대로 쓴다. 크기는 `axes![A = 8]` 이 준 8이다. 예: `m![A]`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`,`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Pair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두 매핑을 합친다. 왼쪽이 상위 자리이고 우결합이다. `m![A, B]` 의 크기는 A·B 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`/ n`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Stride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 으로 나눈 바깥(블록) 인덱스. 크기는 A/n 이다. 예: `m![A / 8]` 은 2048/8 = 256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`% n`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Modulo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 으로 나눈 안쪽 위치. 크기는 n 이다. 예: `m![A % 8]` 은 슬라이스당 8원소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`# n`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Padding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하드웨어 유닛 개수 n 에 맞춰 패딩한다. 남는 칸은 임의값이므로 읽으면 안 된다. 예: `m![A / 8 # 256]`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`= n`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Resize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논리 크기를 n 으로 줄여 텐서의 부분 영역만 훑는다. 예: `m![A % 4 = 3]` 은 4회가 아니라 3회 반복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`1`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Identity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1칸짜리 매핑이고 Pair 의 항등원이다. 예: `m![1]` 은 그 차원을 쓰지 않는다는 뜻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`{ X }`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Escape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타입 별칭 X 를 매핑 표현식 안에 끼워 넣는다. 예: `m![{ L }, { R }]`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67422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`B' = B - A`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Skew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대각선(wavefront) 접근을 만든다. 예: `m![A, B' = 4]`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742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`$(e1:n1, ...)`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Sliding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겹치는 블록의 선형결합을 만든다. 컨볼루션 윈도우에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매핑은 값이 아니라 Rust 타입이다. 그래서 나눠떨어짐 같은 조건이 컴파일타임 const 단언으로 검사된다.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 한 줄 해부 — 이 타입이 무슨 뜻인가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axes![A = 2048] 일 때의 DmTensor 한 줄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11057839" cy="4462272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axes![A = 2048];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DmTensor&lt;bf16, m![1],  m![1 # 2],  m![A / 8 # 256],  m![A % 8]&gt;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          ^Chip   ^Cluster    ^Slice            ^Element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            칩 1개  2개 중 1개  2048/8 = 256 슬라이스  슬라이스당 8원소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// 검산: 슬라이스 256 × 원소 8 = 2,048 = A 전체가 정확히 덮인다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매핑 한 줄 해부 — 이 타입이 무슨 뜻인가 — 설명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`m![1]` 은 칩 차원을 쓰지 않는다는 뜻이다. Identity 라 크기가 1이고 Pair 의 항등원이므로 전체 크기 계산에 영향을 주지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`m![1 # 2]` 는 클러스터를 실제로 1개만 쓰되, 칩당 클러스터 2개라는 하드웨어 요구를 만족시키려고 나머지 1개를 패딩 전용으로 잡아 둔 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`m![A / 8 # 256]` 은 축 A 를 8씩 묶어 256 덩어리로 만들고 그것을 클러스터의 256 슬라이스에 하나씩 얹는다. `# 256` 은 슬라이스 개수 요구를 명시하는 부분이다.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`m![A % 8]` 은 각 슬라이스가 맡는 8개 원소다. `A / 8` 과 `A % 8` 이 짝을 이뤄 A 를 빠짐없이 덮는다.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8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Chip·Cluster·Slice 크기는 하드웨어 개수와 정확히 일치해야 한다. `Cluster::SIZE == 2`, `Slice::SIZE == 256` 이 강제된다.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6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런타임이 칩 단위(`#[device(chip = N)]`)로 동작하므로 칩이나 클러스터를 부분만 쓰는 것은 아직 지원되지 않는다. 향후 릴리스에서 완화될 수 있다고 책이 적어 두었다.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디바이스 텐서의 매핑 순서는 &lt;dtype, Chip, Cluster, Slice, (Lane), (Time), Packet/Element&gt; 로 고정돼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하드웨어 수치 ① — 계층 4단계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113"/>
                <a:gridCol w="2853636"/>
                <a:gridCol w="713409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레벨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개수 (RNGD)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역할과 제약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`Chip`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시스템에 따라 다름 (우리 서버는 4장)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최상위 단위이고 HBM 을 보유한다. `#[device(chip = N)]` 의 단위이며 `Chip::SIZE == NUM_CHIPS` 여야 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`Cluster`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칩당 2개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 256개를 묶는다. `Cluster::SIZE == 2` 가 강제되고, 1개만 쓰려면 `m![1 # 2]` 로 패딩한다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`Slice`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클러스터당 256개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Unit 하나를 돌린다. `Slice::SIZE == 256` 이 강제되고, 파이프라인 대부분이 슬라이스 안에서 독립적으로 동작한다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`Lane`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슬라이스당 8개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Engine MAC 배열의 한 행이다. `Lane::SIZE &lt;= 8` 이며 TRF 는 레인마다 따로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칩 1장 = 클러스터 2개 = 슬라이스 512개 = 레인 4,096개다. 이 숫자가 모든 매핑의 뼈대다.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하드웨어 수치 ② — 메모리와 레지스터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062"/>
                <a:gridCol w="3518403"/>
                <a:gridCol w="646237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타입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위치·용량 (RNGD)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역할과 컴파일타임 제약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`HbmTensor`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패키지 위, 48 GB, 1.5 TB/s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가중치와 활성값의 장기 저장. `furiosa-smi status` 는 카드당 47.50 GiB 로 보고한다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`DmTensor`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온칩 SRAM, 총 256 MB, 슬라이스당 512 KB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연산의 주 작업 메모리. `Element::SIZE * size_of::&lt;D&gt;() &lt;= 512KB`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`SpmTensor`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온칩 SRAM, 크기 미정, 칩당 2 TB/s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시간 지역성이 높은 임시·중간 결과. 컴파일러가 관리하고 API 는 아직 제한적이다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`TrfTensor`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온칩 SRAM, 레인당 8 KB (슬라이스당 8레인 = 64 KB)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의 정지 피연산자. `Full`/`FirstHalf`/`SecondHalf` 로 주소 지정해 이중 버퍼링한다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`VrfTensor`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온칩 SRAM, 슬라이스당 8 KB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Vector Engine 피연산자 레지스터. 자유롭게 분할해 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슬라이스당 512 KB 를 넘으면 타일링이 강제된다. 이 한 줄이 커널 설계의 출발점이다.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하드웨어 수치 ③ — flit, packet, 그리고 한도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/>
                <a:gridCol w="3685946"/>
                <a:gridCol w="603154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flit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32 바이트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Collect Engine 이 스트림을 정규화하는 단위다. 32 B 미만이면 패딩하고, 초과하면 안쪽 32 B 를 Packet 으로 남기고 나머지를 Time 으로 밀어낸다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packet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`PackSize × 32` B, `PackSize ∈ {1, 2}` → 32 B 또는 64 B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Outer 단계가 내보내는 단위다. 연속된 flit 을 1개 또는 2개 합쳐 만든다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하드웨어 내부 packet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항상 64 바이트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`PackSize = 1` 이면 쓰이지 않는 32 B 절반은 0을 담는다. 그 0은 논리 타입으로 전파되지 않아 하류가 더미 사이클을 피한다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Outer 단계 한도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`Lane ≤ 8`, `Packet ≤ 64 B`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 에서 Contraction Outer 가 강제하는 상한이다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Sequencer 엔트리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설정당 최대 8개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변환이 8개를 넘으면 컴파일러가 `s1 == n2 * s2` 인 인접 쌍을 병합해 한도를 맞춘다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Sequencer 반복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엔트리당 `size &lt;= 65,536`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넘으면 컴파일 오류다. 텐서 매핑을 다시 설계하거나 연산을 여러 sequencer 호출로 쪼갠다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flit 32 B 는 Collect 가 만드는 단위, packet 은 Contraction Outer 가 다루는 단위다. 둘을 섞지 마라.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하드웨어 수치 ④ — 지키지 않으면 물리는 성능 벌점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711"/>
                <a:gridCol w="3337376"/>
                <a:gridCol w="667475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어기면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같은 뱅크 연속 접근을 64회 미만으로 유지한다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NoC 타임아웃 → **클러스터 도메인 전체 리셋**. 모든 연산 상태를 잃고 완전 재초기화가 필요하다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클러스터당 DMN 2개를 번갈아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대역폭 50% 손실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시작 주소를 `size_of::&lt;D&gt;()` 의 배수로 맞춘다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비정렬 쓰기는 read-modify-write 라 DM 접근이 약 50배 느려진다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256바이트 정렬로 접근한다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비정렬 읽기 2배 대가, 비정렬 쓰기 약 50배 대가(RMW)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HBM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같은 뱅크 안에서 행 전환을 피한다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30–40배 성능 저하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64회 규칙만은 성능 문제가 아니라 치명적 사고다. 어기면 클러스터 전체가 리셋되고 연산 상태를 전부 잃는다.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자주 하는 실수 ① — 도구와 백엔드 (1~5)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**1. `--backend simulation` 을 쓴다.** 설치본 0.4 에는 그 백엔드가 없다. 가능한 값은 `typecheck`/`emulation`/`npu` 셋이고 기본값은 `emulation` 이다. 공식 책 부록과 v0.2 커리큘럼 CHEATSHEET 가 `simulation(기본)` 이라 적은 것은 0.2/0.3 시절의 낡은 기술이다.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**2. `--version` 문자열로 세대를 판단한다.** 이 서버의 래퍼는 `cargo-furiosa-opt 0.3.0` 을 찍지만 바이너리 md5 가 v0.4.0 타르볼과 동일하다. 즉 0.4 세대다. 세대는 `--help` 의 가능 백엔드 목록으로 판단한다.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**3. `cargo check` 로 매핑을 검증했다고 믿는다.** `check` 는 `#[device]` 함수 본문을 실행하지 않아서 `Collect output packet must be exactly 32 bytes` 같은 매핑 단언에 도달하지 못한다. 매핑 오류는 `--backend typecheck run` 으로 잡아야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**4. typecheck 의 '통과'를 값 검증으로 읽는다.** typecheck 는 값 루프를 팬텀(빈) 텐서로 단락시키므로 원소 단위 비교 루프가 0회 반복되어 그냥 통과한다. 벤더 예제를 typecheck 로 돌리면 97 passed / 7 failed 인데 실패 7건은 전부 `left: []` 인 vacuity 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typecheck 에서 유효한 신호는 통과·실패 개수가 아니라 '빌드가 되는가' 하나뿐이다.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3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**5. `--backend npu` 가 테스트 하나에만 걸린다고 생각한다.** npu 백엔드는 패키지 안의 *모든* `#[device]` 함수를 빌드 시점에 EDF 로 낮춘다. 테스트가 그 함수를 부르든 말든 무관하고, 하나라도 못 낮추면 크레이트 전체가 죽는다. 벤더 예제 크레이트는 207개 커널 중 63개가 에러라 테스트가 0개 실행됐다.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커널 필터는 `compile` 에만 있고 `test`/`build` 에는 없다. `--test &lt;bin&gt; -- --exact &lt;test&gt;` 로 테스트를 하나로 좁혀도 커널은 패키지 전량이 컴파일된다.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1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우회는 게이팅이다. 실패하는 커널에만 `#[cfg(not(backend = "npu"))]` 를 붙인다. 상류 예제가 이미 쓰는 관용구이고, 이렇게 해서 실기 테스트 89개를 실제로 돌렸다.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다섯 개 모두 '문서를 믿었더니 설치본이 달랐다' 계열이다. 최종 심판은 언제나 --help 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자주 하는 실수 ② — 계측과 해석 (6~10)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**6. '컴파일 통과 = 실기 통과'로 믿는다.** 컴파일과 에뮬레이션을 모두 통과한 커널이 실기에서 `furiosa_kernel_load` 도중 `range end index ... out of range` 로 프로세스째 abort 한 사례가 3건 있다. 게이팅 후 실기 89건의 결과는 PASS 80 / FAIL 5 / ABORT 3 / `#[ignore]` 1 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반대 방향도 성립한다. `ve_vrf_read_twice_ok_f32` 는 에뮬레이션을 통과하고 실기 컴파일에서 실패했고, `ve_stash_fp_fp` 는 에뮬레이션을 통과하고 실기에서 hang 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**7. `compile &lt;FILTER&gt;` 가 하나만 잡는다고 믿는다.** 필터는 부분문자열 매칭이다. `invalid_time0` 을 줬더니 `invalid_time0_mismatch`·`invalid_time0_size` 까지 3개가 잡혀 남의 에러가 섞여 나왔고, 정작 지정한 커널은 컴파일에 성공했다. 커널 200개 중 8개가 접두사 충돌 후보다.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대책은 두 가지다. `Finished N compiled` 의 N 이 1인지 확인하고, 에러는 `error: furiosa-opt: &lt;정확한 커널명&gt;:` 로 그 커널을 지목할 때만 FAIL 로 집계한다. 이 규칙 없이 자동 집계했다가 판정 1건이 오염된 적이 있다.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**8. `--dump-visa` 를 어셈블리 리스팅으로 기대한다.** 실제 산출물은 Rust `Debug` 출력이다(`Program { functions: {"mnist::forward": Function { params: [...`, 49,901 B). 명령을 순서대로 읽으려면 `--dump-schedule` 을 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▪  **9. 덤프의 사이클 수치를 실측처럼 인용한다.** `--dump-schedule` 도 `--dump-summary` 도 AOT 컴파일러의 스케줄 모델 예측값이지 실기 실행 측정이 아니다. 발표든 문서든 인용할 때 반드시 구분해 적는다.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**10. 총 점유와 순수 점유를 섞어 말한다.** mnist 에서 io 총 점유는 68.874%(12,365 사이클)지만 다른 엔진에 가려지지 않은 `io_only` 는 38.311%(6,878)다. "DMA 가 지배한다"를 말할 때 어느 쪽인지 밝혀야 하고, 지연을 줄일 여지를 논할 값은 `io_only` 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같은 이유로 커널 130개 스케줄에서 나온 'DmaEngine 96.5%' 는 엔진별 사이클 합 대비 값이다. 엔진들이 겹쳐 돌기 때문에 이 합은 실행 스팬 합보다 크다.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컴파일러가 준 숫자와 카드가 준 숫자를 섞어 말하는 순간 결론이 무너진다.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자주 하는 실수 ③ — 매핑과 API 수준 (보너스 6개)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1057839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**11. 슬라이스 격자와 슬라이스가 맡는 타일을 혼동한다.** `Slice = m![I / 32, J / 32]` 는 (I = J = 512 일 때) 16×16 = 256 슬라이스 격자를 뜻하고, 각 슬라이스가 담당하는 타일은 `m![I % 32, J % 32]` = 32×32 다. 검산하면 256 × 1,024 = 262,144 = I·J 로 맞고, 256 × 256 은 안 맞는다.</a:t>
            </a:r>
          </a:p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100"/>
              </a:spcAft>
            </a:pPr>
            <a:r>
              <a:rPr sz="1080" b="0" i="0">
                <a:solidFill>
                  <a:srgbClr val="2C3A4B"/>
                </a:solidFill>
                <a:latin typeface="Segoe UI"/>
                <a:ea typeface="맑은 고딕"/>
                <a:cs typeface="맑은 고딕"/>
              </a:rPr>
              <a:t>–  실제로 예제 커널 주석이 "each slice handles a 16 × 16 output tile" 이라 적어 두었는데 이것이 틀린 문장이다. 문서 주석을 검산 없이 믿지 마라.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**12. 한 Vector Engine 패스에서 같은 ALU 를 두 번 쓴다.** `AddFxp` 와 `SubFxp` 는 같은 `FxpAdd` ALU 를 공유해 함께 넣으면 `FxpAdd is already in use` 로 죽는다. `tanh(sqrt(x))` 도 둘 다 `FpFpu` 라 한 invocation 에 못 담고, `exp(sqrt(x))` 는 `FpExp` + `FpFpu` 라 된다. `MulInt` 를 사이에 껴 넣어도 충돌은 풀리지 않는다.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**13. Vector Engine 에 bf16 을 그대로 넣는다.** VE 는 i32/f32 만 받는다. bf16 을 다루려면 Fetch 나 Contraction 이 먼저 32비트로 넓혀야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**14. 입력 DM 주소와 commit 출력 주소를 같게 쓴다.** main 과 sub 는 같은 평평한 SRAM 을 공유하므로 서로 덮어써 결과가 조용히 깨진다. 예제들이 입력을 주소 0, 출력을 `1 &lt;&lt; 12` 로 떼어 놓는 이유가 이것이다.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**15. 책 표에 있는 기능을 이 세대 크레이트에도 있다고 가정한다.** `f16` 캐스트는 책 `cast-engine.md` 에 지원으로 적혀 있지만 0.4.0 크레이트에는 타입도 impl 도 없다. `commit_cast` 와 `commit_valid_count_pack` 은 아직 `todo!` 다. 이 세대에서 정밀도 변환은 Cast Engine `.cast()` 로 한다.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**16. 리듀스 결과가 호스트 계산과 비트 단위로 같아야 한다고 믿는다.** `AddSat` 리듀스는 비결합이라 순서 의존적이다. 실기 값이 호스트 순차 기준과 달라도 커널이 맞을 수 있으므로, 순서 독립 입력으로 재검증하거나 ULP 허용 범위로 비교한다.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여기부터는 코드가 컴파일은 되는데 결과가 틀리거나 하드웨어가 멈추는 계열이다.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용어 대조표 ① — 하드웨어와 메모리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265"/>
                <a:gridCol w="1855342"/>
                <a:gridCol w="667923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영문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 줄 뜻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TCP (Tensor Contraction Processor)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축약 프로세서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퓨리오사 NPU 아키텍처의 이름이다. 텐서 축약에 최적화된 추론용 대규모 병렬 가속기다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RNGD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렝가드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TCP 를 구현한 실제 칩이다. 우리 서버에 4장 꽂혀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 (Virtual ISA)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가상 명령어 집합 구조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단위로 사고하되 메모리와 스케줄은 직접 관리하는 중간 높이 프로그래밍 계층이다. Rust 로 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Unit (TU)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유닛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슬라이스마다 하나씩 있는 고정 파이프라인이다. Fetch·Switch·Collect·Contraction·Vector·Cast·Transpose·Commit 8단계다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Lane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레인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MAC 배열의 한 행이다. 슬라이스당 8개이고 TRF 가 레인마다 따로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PE (Processing Element)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처리 요소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SDK·드라이버가 칩을 부르는 단위다. vISA 관점의 칩이 SDK 쪽에서는 pe0–7 로 묶여 보인다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flit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플릿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Collect Engine 이 스트림을 정규화해 만드는 32바이트 묶음이다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packet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패킷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Outer 가 다루는 단위다. 32 B 또는 64 B 이며 하드웨어 내부는 항상 64 B 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DM (Data Memory)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데이터 메모리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온칩 SRAM 주 작업 메모리다. 슬라이스당 512 KB, 칩당 256 MB, 슬라이스 안에서 16뱅크로 나뉜다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/ VRF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/ 벡터 레지스터 파일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용 레인당 8 KB, Vector 용 슬라이스당 8 KB 다. TRF 는 반씩 나눠 이중 버퍼링한다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DPE (Dot-Product Engine)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내적 엔진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Contraction 의 핵심 연산기다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용어 대조표 ② — 매핑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253"/>
                <a:gridCol w="1654322"/>
                <a:gridCol w="7836264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영문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 줄 뜻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mapping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"텐서 인덱스 ↔ 버퍼 위치" 를 잇는 규칙이다. Rust 타입으로 표현하고 `M` 트레잇이 `SIZE` 와 `map()` 을 준다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`axes!`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 선언 매크로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 이름과 크기를 선언한다. `axes![A = 2048, B = 512];` 형태이고 중복 이름은 컴파일 오류다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Symbol / Pair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심볼 / 쌍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 하나 / 두 매핑을 합친 것이다. Pair 는 왼쪽이 상위 자리이고 우결합이다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Stride / Modulo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스트라이드 / 모듈로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`/n` 은 바깥 블록 인덱스, `%n` 은 안쪽 위치다. 둘을 이어 붙이면 원래 축으로 돌아온다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Padding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패딩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`#n` 으로 하드웨어 유닛 개수에 맞춘다. 남는 칸의 값은 임의값이라 읽으면 안 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Resize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리사이즈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`=n` 으로 논리 크기를 줄여 텐서의 부분 영역만 훑는다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Skew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`B' = B - A` 로 대각선(wavefront) 접근 패턴을 만든다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Sliding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슬라이딩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`$(...)` 로 겹치는 블록을 선형결합한다. 컨볼루션 윈도우에 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Spatial dimension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공간 차원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Chip/Cluster/Slice/Lane 처럼 하드웨어 유닛에 펼쳐지는 축이다. 크기가 하드웨어 개수에 묶인다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Temporal dimension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시간 차원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`Time` 은 파이프라인 반복 회차다. 하드웨어가 부과하는 크기 한도가 없고 데이터 양에 따라 커진다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Tiling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슬라이스당 512 KB 를 넘는 텐서를 시간(순차)과 공간(병렬)으로 쪼개는 전략이다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용어 대조표 ③ — 실행·스케줄·산출물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583"/>
                <a:gridCol w="1816645"/>
                <a:gridCol w="710861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영문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한 줄 뜻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컨텍스트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`ctx.main`(주 연산)·`ctx.sub`(프리페치)·`ctx.tdma`(텐서 DMA)·`ctx.pdma`(PCIe DMA)다. 다른 컨텍스트끼리는 병렬, 같은 컨텍스트 안은 직렬이다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Hazard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해저드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같은 주소에 생기는 데이터 의존이다. RAW·WAR·WAW 세 종류가 있고 스케줄러가 주소 분석으로 대기를 자동 삽입한다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Double-buffering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이중 버퍼링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TRF 를 `FirstHalf`/`SecondHalf` 로 나눠 sub 가 한쪽을 채우는 동안 main 이 반대쪽을 읽는다. 주소가 달라 WAR 가 없으니 완전히 겹친다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Sequencer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시퀀서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메모리 버퍼를 패킷 스트림으로 읽고 되쓰는 주소 생성기다. 설정당 엔트리 8개, 엔트리당 반복 65,536 이 한도다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VCG (Valid Count Generator)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유효 개수 생성기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유효 원소 개수로 태그나 분기를 만드는 유닛이다. 리듀스에서 패딩을 제외할 때 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backend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백엔드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`typecheck`/`emulation`/`npu` 셋이다. 기본은 `emulation` 이고 `simulation` 은 이 세대에 없다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EDF / `.bin`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산출물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vISA 컴파일러의 최종 산출물이며 `MIR→VISA→LIR→EDF` 를 거친다. furiosa-llm 의 `.edf`(CBOR 그래프 IR)와는 이름만 같고 다른 것이다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hidden / `*_only`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숨은 사이클 / 순수 점유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`summary.log` 용어다. `hidden` 은 다른 엔진 뒤로 숨은 구간, `*_only` 는 겹치지 않은 배타적 점유다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tensor contraction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축약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행렬곱의 일반화다. 공유 축으로 곱하고 더하며 브로드캐스트 → 곱 → 리듀스 3단계로 분해된다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einsum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아인슈타인 합 표기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축약을 간결히 쓰는 표기다. `IK, KJ → IJ` 가 GEMM 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ReduceScatter / split-K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리듀스스캐터 / K 분할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큰 행렬곱을 여러 슬라이스·클러스터·칩에 쪼개 부분합을 모으는 분할 전략이다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더 읽을 것 ① — book_ko (공식 책 한국어 전문 번역, 46개 절)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108"/>
                <a:gridCol w="938873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장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무엇을 다루는가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소개 / 빠른 시작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설치와 백엔드, 하드웨어 계층 4단계와 메모리 계층 표, 그리고 첫 커널을 매핑부터 commit 까지 한 번에 훑는다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매핑 (3절)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매핑 표현식의 생성자와 동치 규칙, 공간 차원과 시간 차원의 하드웨어 제약, 텐서 의미론을 다룬다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이동 (5절)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Sequencer 의 주소 생성 원리, Fetch·Commit·DMA Engine, 그리고 메모리 성능(뱅크 기아 64회 규칙, 정렬 벌점)을 다룬다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텐서 계산 (12절)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 Adapter·Switch·Collect·레지스터 파일, Contraction 4단계(Outer/Packet/Time/Lane)와 2D 컨볼루션, Vector 엔진(intra/inter-slice, VCG), Cast·Transpose·Commit Adapter 를 다룬다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스케줄링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컨텍스트 병렬성, 해저드에 따른 자동 대기 삽입, 이중 버퍼링 패턴을 다룬다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예제 (6절)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타일링, 분할 리듀스, Chip/Cluster 리듀스, Fetch·Commit 예제, Transformer, Mixture of Experts 를 다룬다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부록 (3절)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`cargo-furiosa-opt` 명령 레퍼런스, 언어 서버(`furiosa-rust-analyzer-proxy`), Schedule Viewer 사용법이다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경로는 `.../rngd-npu/vISA/book_ko/` 이고 `mdbook serve .` 로 브라우저에서 읽는다.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더 읽을 것 ② — book_guide (우리 서버 실측 해설)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578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3068"/>
                <a:gridCol w="771477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문서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무엇을 다루는가</a:t>
                      </a:r>
                    </a:p>
                  </a:txBody>
                  <a:tcPr marL="73152" marR="73152" marT="27432" marB="27432">
                    <a:solidFill>
                      <a:srgbClr val="0B5FC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00 개요와 환경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3계층 스택(PyTorch/XLA – TCL – vISA)에서 vISA 의 위치, 설치본 실측, 책과 실제가 갈리는 함정 표를 정리한다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01 퀵스타트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constant_add·elementwise_mul·dot_product·gemv·gemm 다섯 예제를 코드 줄 단위로 해부한다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02 매핑 / 03 이동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축·stride·padding·타일링을 실제 커널 코드와 대조하고, HBM↔DM 이동과 Fetch·Commit·DMA 호출부를 짚는다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04–06 연산 3부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Fetch Adapter·Switch·Collect·TRF/VRF, 축약 엔진과 DPE, Vector·Cast·Transpose·Commit 을 나눠 다룬다. 함정 요약이 장마다 붙어 있다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07 스케줄링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커널 130개의 `--dump-schedule` 분석과 `--dump-summary` 의 `hidden`·`*_only` 해부다. 사이클 96.5%가 DmaEngine 이라는 결과가 여기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08 커널 예제 / 09 도구와 계층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타일링·MoE·트랜스포머 예제와 실기 컴파일 실패 기록, 그리고 cargo 래퍼·덤프 5종·Schedule Viewer·TCL 경계와 함정 15개 모음이다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10–11 MNIST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실전 커널 해부와 실기 실행 결과다. 17,953 사이클이 세 경로에서 자릿수까지 일치하는 교차 확인이 여기 있다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12 예제 전수실행 / 13 NPU 실기 매트릭스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백엔드 3종 전수 실행과 게이팅 레시피, 그리고 실기 89건(PASS 80)의 결과와 결함 4유형이다</a:t>
                      </a:r>
                    </a:p>
                  </a:txBody>
                  <a:tcPr marL="73152" marR="73152" marT="27432" marB="27432">
                    <a:solidFill>
                      <a:srgbClr val="F6F9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GLOSSARY.md / CHEATSHEET.md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6202C"/>
                          </a:solidFill>
                          <a:latin typeface="Segoe UI"/>
                          <a:ea typeface="맑은 고딕"/>
                          <a:cs typeface="맑은 고딕"/>
                        </a:rPr>
                        <a:t>용어집과 API·명령 빠른 참조다. 단 CHEATSHEET 는 v0.2.0 기준이라 백엔드 이름과 일부 시그니처가 낡았다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24144"/>
            <a:ext cx="11057839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0D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73152" tIns="36576" bIns="36576"/>
          <a:lstStyle/>
          <a:p>
            <a:pPr algn="l"/>
            <a:r>
              <a:rPr sz="1400" b="1" i="0">
                <a:solidFill>
                  <a:srgbClr val="B45409"/>
                </a:solidFill>
                <a:latin typeface="Segoe UI"/>
                <a:ea typeface="맑은 고딕"/>
                <a:cs typeface="맑은 고딕"/>
              </a:rPr>
              <a:t>핵심   책과 실제가 갈릴 때는 book_guide 의 실측을 신뢰한다. 근거 파일과 실행 로그가 함께 붙어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24144"/>
            <a:ext cx="64008" cy="566928"/>
          </a:xfrm>
          <a:prstGeom prst="rect">
            <a:avLst/>
          </a:prstGeom>
          <a:solidFill>
            <a:srgbClr val="B454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5FC0"/>
                </a:solidFill>
                <a:latin typeface="Segoe UI"/>
                <a:ea typeface="맑은 고딕"/>
                <a:cs typeface="맑은 고딕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부산대 RNGD 서버 · 실측 기반 · 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97135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3F80"/>
                </a:solidFill>
                <a:latin typeface="Segoe UI"/>
                <a:ea typeface="맑은 고딕"/>
                <a:cs typeface="맑은 고딕"/>
              </a:rPr>
              <a:t>덤프의 숫자는 컴파일러의 예측이고, 실기의 숫자는 카드가 준 답이다. 인용할 때 반드시 구분하라.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