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FURIOSA.TORCH · ATen 연산자(OP) 지원 검증 · 2026-06-09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지원 op — 목록 재검증 + NPU 실제 실행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furiosa.torch.db.SUPPORTED_ATEN_OPS 97개를 직접 추출해 목록을 다시 확인하고, op마다 최소 그래프를 만들어 RNGD에서 컴파일·실행까지 돌려 검증했습니다.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38528"/>
            <a:ext cx="11277295" cy="841248"/>
          </a:xfrm>
          <a:prstGeom prst="roundRect">
            <a:avLst>
              <a:gd name="adj" fmla="val 10870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64008" cy="512064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결론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2340864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‘지원 목록(SUPPORTED)’은 컴파일러가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“받겠다”고 선언한 목록일 뿐, NPU 실행 보장이 아닙니다.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97개 중 89개는 실제로 돌고, 6개는 특정 모양에서만, 2개는 목록에 있어도 안 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941832" cy="38404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1752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97개 검증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563624" y="30175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563624" y="30175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89 실행 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62072" y="3017520"/>
            <a:ext cx="84582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862072" y="301752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6 조건부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72484" y="3017520"/>
            <a:ext cx="749808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872484" y="30175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 불가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86884" y="3017520"/>
            <a:ext cx="1037844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86884" y="3017520"/>
            <a:ext cx="103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목록 오류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50148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95344"/>
            <a:ext cx="64008" cy="1115568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77056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정정 ① — import 경로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187952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strike="sngStrike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from furiosa.torch.extension import SUPPORTED_ATEN_OPS</a:t>
            </a:r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→ extension 모듈엔 없음(hasattr=False). 올바른 경로: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from furiosa.torch.db import SUPPORTED_ATEN_OPS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3008" y="3712464"/>
            <a:ext cx="550148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3895344"/>
            <a:ext cx="64008" cy="111556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3877056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정정 ② — 목록 내용 1개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89040" y="4224528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기존 정리본: </a:t>
            </a:r>
            <a:pPr indent="0" marL="0">
              <a:lnSpc>
                <a:spcPct val="130000"/>
              </a:lnSpc>
              <a:buNone/>
            </a:pPr>
            <a:r>
              <a:rPr lang="en-US" sz="1150" strike="sngStrike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detach_copy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 →   실제 목록: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copy_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(제자리 복사)</a:t>
            </a:r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나머지 96개는 정확히 일치. 양쪽 다 97개라 개수로는 안 드러남.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환경: furiosa-torch 2026.2.0 / torch 2.10.0 (venv ~/furiosa) · RNGD 4장(firmware 2026.2.1, driver 2026.2.0, furiosa-smi 확인) · 실행 카드 rngd:3 · 목록 정의 furiosa/torch/db/aten_config.py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검증 방법 · 어떻게 op를 찾고, 어떻게 NPU에서 돌렸나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op 목록 추출 → 그래프화 → 컴파일(EDF) → NPU 실행 → CPU 대조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op 하나마다 그 op만 쓰는 최소 모듈을 만들어 furiosa-llm 과 같은 분해 경로로 컴파일하고 rngd:3 에서 실행해 CPU 결과와 비교했습니다.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83664"/>
            <a:ext cx="6720840" cy="4224528"/>
          </a:xfrm>
          <a:prstGeom prst="roundRect">
            <a:avLst>
              <a:gd name="adj" fmla="val 1948"/>
            </a:avLst>
          </a:prstGeom>
          <a:solidFill>
            <a:srgbClr val="18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29968"/>
            <a:ext cx="63550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1) 지원 op 목록(97개) — 권위 있는 출처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furiosa.torch.db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SUPPORTED_ATEN_OPS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len(SUPPORTED_ATEN_OPS)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= 97   (IMPORTABLE = 156)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정의: aten_config.py → native_compiler.is_supported_aten()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2) op 1개당 최소 그래프 → 컴파일 → NPU 실행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torch, furiosa.torch   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순서: torch 먼저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furiosa.torch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CompileModule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torch._decomp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8087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core_aten_decompositions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TABLE =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dict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(core_aten_decompositions())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= furiosa-llm 경로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ep = torch.export.export(Mod().eval(), (x,))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  .run_decompositions(TABLE)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cm = CompileModule.from_exported(ep) 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← EDF 컴파일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cm.to(torch.device(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"rngd"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, 3))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out = cm(x.to(dev), device=dev)      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← NPU 실행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out  vs  Mod()(x)  (CPU eager) 비교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883664"/>
            <a:ext cx="4282135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2048256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7690104" y="201168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판정 3축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90104" y="2340864"/>
            <a:ext cx="3861511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present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분해 후 그래프에 그 op 노드가 실제로 남았는가
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compile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from_exported 가 EDF 생성에 성공하는가
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run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 결과가 CPU eager 와 일치하는가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3675888"/>
            <a:ext cx="4282135" cy="2432304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3840480"/>
            <a:ext cx="64008" cy="210312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690104" y="380390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검증 3단계 + 교차검증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90104" y="4133088"/>
            <a:ext cx="3861511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①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 단독 그래프
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②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실패 시 sigmoid+add 실연산 그래프에 끼워서 재시험
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③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dtype·랭크·모양·API 바꿔가며 흔들기
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④  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의심 8개를 독립 에이전트가 “되게 만들어보라” 반대검증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 스크립트(재현 가능): info/op_verify/verify_round1_all97.py · verify_round2_embedded.py · verify_round3_harden.py · reconcile.py · precision_probe.py · shape_sweep.py  ·  총 4라운드, 130+ 케이스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결과 · 분류별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분류별 결과 — 16개 카테고리 / 97개 op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1127729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640080"/>
                <a:gridCol w="1783080"/>
                <a:gridCol w="6979615"/>
              </a:tblGrid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카테고리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개수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상태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대표 op / 비고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Math unary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11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10 OK · 1 불가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abs·cos·exp·log·sqrt·rsqrt·neg…  /  isnan 불가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Arithmetic binary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10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add·sub·mul·div(.Scalar는 .Tensor로 정규화)·pow·clamp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Conv / Matmul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 (감소정밀도)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convolution·mm·bmm  — 상대오차 ~0.23%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Activation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6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relu·leaky_relu·sigmoid·tanh·softmax·log_softmax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Comparison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14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eq·ne·lt·le·gt·ge(.Scalar/.Tensor)·maximum·minimum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Logical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logical_and·logical_not·logical_xor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Bitwise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6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bitwise_and·or·xor (.Scalar/.Tensor)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Reduction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9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8 OK · 1 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sum·mean·amax·max·argmax·any·var_mean·topk  /  cumsum 정수만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Pooling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 OK · 1 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avg_pool2d·adaptive_avg_pool2d(→mean)  /  max_pool2d_with_indices 조건부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Shape / View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16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15 OK · 1 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view·permute·transpose·expand·squeeze·cat·slice…  /  slice_scatter 조건부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Split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split_with_sizes · split_with_sizes_copy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Copy / Clone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clone · copy · copy_ · _to_copy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Indexing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5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 OK · 3 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index_put·scatter OK  /  index·index_select·gather 조건부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Conditional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where.self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Creation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OK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full · full_like · fill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Padding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DC262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불가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constant_pad_nd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근거: verify_round1_all97.py 가 97개를 모두 export→compile→run. .Scalar 사칙연산·_copy 뷰 변형 등은 export 시 동등 형태(.Tensor·일반 뷰)로 정규화되어 그 형태로 검증됨.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분류별 특징 · 수치 정밀도 (실측)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elementwise는 CPU와 사실상 동일, matmul 계열만 ~0.23%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matmul(conv·mm·bmm)은 정상 실행되지만 텐서엔진 감소정밀도라 상대오차가 ~0.23%로 일정합니다. 크기를 키워도 상대오차는 그대로고 절대오차만 커집니다.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39696"/>
          <a:ext cx="1127729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86000"/>
                <a:gridCol w="2286000"/>
                <a:gridCol w="222473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케이스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max 절대오차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상대오차 (L2)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코사인 유사도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sigmoid(x)*2  (elementwise)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2.4e-07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6.2e-08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1.0000000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mm  8×8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0.019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0.00232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0.9999976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mm  64×64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0.074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0.00233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0.9999973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mm  256×256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0.185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0.00235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0.9999979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conv2d  3×3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762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0.058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0.00232</a:t>
                      </a:r>
                      <a:endParaRPr lang="en-US" sz="11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0.9999974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46320"/>
            <a:ext cx="11277295" cy="1188720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029200"/>
            <a:ext cx="64008" cy="82296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4992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" y="5285232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matmul 계열의 ‘오차’는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틀린 게 아니라 NPU 텐서엔진의 정상적인 감소정밀도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입니다. 상대오차 ~0.23% 고정·코사인 0.99999+ 로 방향이 사실상 일치합니다. 나머지 단항/이항/활성화/비교/shape 연산은 CPU와 거의 비트 단위로 같습니다(상대오차 ~1e-7).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근거: info/op_verify/precision_probe.py (rngd:3). 입력 randn, FP32. 상대오차 = ‖npu−cpu‖₂ / ‖cpu‖₂.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결과 · 목록엔 ‘지원’인데 실제로는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불가 2개 · 조건부 6개 — 되는/안 되는 조건 (실측)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1127729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868680"/>
                <a:gridCol w="4572000"/>
                <a:gridCol w="3779215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op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판정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되는 조건 / 안 되는 조건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실측 근거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isnan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C262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불가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float16/32/bf16·랭크 0~4·where/any/cast 등 11가지 전부 컴파일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(x != x) 로 바꾸면 컴파일·실행 OK → 막는 건 isnan 노드 하나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constant_pad_nd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C262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불가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F.pad·1D/2D/3D pad·0/비0 value·conv 뒤·Linear 앞 등 12가지 전부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주변 op(conv/sigmoid/addmm)는 사는데 pad 노드 때문에 그래프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cumsum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정수(int32/int64) 입력만 OK · float 입력은 dim·랭크 불문 전부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int64 1D/2D/3D CPU와 bit-exact · float 18케이스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index_select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맨 안쪽(마지막) 차원이 8의 배수일 때만 OK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cols 8·16 OK / 3·5·7·15·17 FAIL (rows 4~32 무관)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index.Tensor (x[idx])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맨 안쪽 차원이 4의 배수면 OK · x[:, idx](비-선두축)는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cols 4·8·12·16 OK / 3·5·7 FAIL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gather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사실상 1차원(벡터) gather만 OK · 다중행 rank-2는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1D OK / (8,C)·(R,8) 다중행 정렬·dim 불문 전부 FAIL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slice_scatter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해당 축 전체 덮어쓰기만 OK(=결과가 src와 동일, 무의미) · 부분 덮기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full-overwrite OK / start·end 부분 변경 전부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max_pool2d_with_indices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조건부</a:t>
                      </a:r>
                      <a:endParaRPr lang="en-US" sz="96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indices(int64) 출력은 절대 불가 · values만 써도 kernel≥2는 거의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ResNet stem(56×56,k3s2p1)·8×8·plain pool 실패</a:t>
                      </a:r>
                      <a:endParaRPr lang="en-US" sz="96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63500" marT="12700" marB="127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9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공통: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전부 CompileModule.from_exported 에서 UnsupportedOpError('failed to compile the graph') 로 막힘(NPU 실행 단계 전). op 자체는 분해되지 않고 그래프에 남아 있음 → EDF 백엔드에 해당 op의 코드 생성이 없거나 모양 제약이 있음.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근거: verify_round2_embedded.py · verify_round3_harden.py · reconcile.py (rngd:3).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결과 · 조건부의 정체 (실측 sweep)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gather/index 는 ‘맨 안쪽 차원 정렬’에 따라 성패가 갈린다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코드라도 텐서 모양만 바꾸면 컴파일이 되고 안 됩니다. 맨 안쪽(feature) 차원 크기로 경계가 정확히 갈립니다.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65376"/>
            <a:ext cx="11277295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933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index_select(x, 0, idx) · 안쪽 차원(cols) 스윕  (rows=8)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2677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rows 는 4~32 전부 OK(무관). cols 가 8의 배수일 때만 OK.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25296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5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92224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7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59152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0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15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93008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16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59936" y="2615184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261518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17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5501488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5760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index.Tensor  x[idx] · cols 스윕  (rows=6)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39319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4의 배수면 OK.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25296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4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92224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92224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5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59152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7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26080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93008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12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59936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59936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16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3008" y="3529584"/>
            <a:ext cx="5501488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4176" y="365760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gather · 차원/모양 스윕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34176" y="39319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사실상 1D(벡터)만 OK.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34176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E8FFE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4176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1D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01104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01104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(8,4)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568032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68032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(8,8)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34960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4960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(8,16)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701888" y="4279392"/>
            <a:ext cx="475488" cy="548640"/>
          </a:xfrm>
          <a:prstGeom prst="roundRect">
            <a:avLst>
              <a:gd name="adj" fmla="val 11538"/>
            </a:avLst>
          </a:prstGeom>
          <a:solidFill>
            <a:srgbClr val="FDE8E8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01888" y="427939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(R,8)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5230368"/>
            <a:ext cx="11277295" cy="1078992"/>
          </a:xfrm>
          <a:prstGeom prst="roundRect">
            <a:avLst>
              <a:gd name="adj" fmla="val 8475"/>
            </a:avLst>
          </a:prstGeom>
          <a:solidFill>
            <a:srgbClr val="F0F0F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5394960"/>
            <a:ext cx="64008" cy="74980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54" name="Text 52"/>
          <p:cNvSpPr/>
          <p:nvPr/>
        </p:nvSpPr>
        <p:spPr>
          <a:xfrm>
            <a:off x="694944" y="5358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함의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4944" y="565099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임의의 모델을 그대로 올리면 gather·index·embedding-lookup·constant_pad_nd 의 feature 폭이 8(또는 4)의 배수가 아닐 때 컴파일이 막힐 수 있습니다. 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“지원 op”라도 모양에 따라 안 됩니다.</a:t>
            </a:r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(참고: furiosa-smi status — 디바이스당 코어 8개, Core 0~7)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근거: info/op_verify/shape_sweep.py · reconcile.py (rngd:3). 표기 OK=컴파일+실행 성공, FAIL=UnsupportedOpError.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Op Support Verification</dc:creator>
  <cp:lastModifiedBy>RNGD Op Support Verification</cp:lastModifiedBy>
  <cp:revision>1</cp:revision>
  <dcterms:created xsi:type="dcterms:W3CDTF">2026-06-09T11:21:39Z</dcterms:created>
  <dcterms:modified xsi:type="dcterms:W3CDTF">2026-06-09T11:21:39Z</dcterms:modified>
</cp:coreProperties>
</file>