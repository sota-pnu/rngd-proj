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QWEN2.5-CODER-14B · base vs instruct · RNGD NPU (tp8, 1장)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base 와 instruct, 무엇이 다른가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측정으로 확인된 차이만 정리. 근본 원인은 하나 —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instruction-tuning 유무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. 속도·메모리·연산량은 동일합니다.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55648"/>
          <a:ext cx="11277295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2331720"/>
                <a:gridCol w="2514600"/>
                <a:gridCol w="382219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측정 항목</a:t>
                      </a:r>
                      <a:endParaRPr lang="en-US" sz="12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101600" marR="762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base</a:t>
                      </a:r>
                      <a:endParaRPr lang="en-US" sz="12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101600" marR="762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instruct</a:t>
                      </a:r>
                      <a:endParaRPr lang="en-US" sz="12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101600" marR="762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원인 (간단)</a:t>
                      </a:r>
                      <a:endParaRPr lang="en-US" sz="12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101600" marR="762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SWE-bench 패치 생성</a:t>
                      </a:r>
                      <a:endParaRPr lang="en-US" sz="12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101600" marR="762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0 개</a:t>
                      </a:r>
                      <a:endParaRPr lang="en-US" sz="12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56F0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40 개 (포맷 invalid)</a:t>
                      </a:r>
                      <a:endParaRPr lang="en-US" sz="12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instruct만 ‘패치를 만들라’는 지시를 수행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1600" marR="762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chat 프롬프트 출력</a:t>
                      </a:r>
                      <a:endParaRPr lang="en-US" sz="12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101600" marR="762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0 토큰 · 즉시 종료</a:t>
                      </a:r>
                      <a:endParaRPr lang="en-US" sz="12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56F0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정상 생성 (gen 33.7s)</a:t>
                      </a:r>
                      <a:endParaRPr lang="en-US" sz="12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base는 chat/지시 포맷 미학습 → 입력 받자마자 EOS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1600" marR="762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합성 프롬프트 출력</a:t>
                      </a:r>
                      <a:endParaRPr lang="en-US" sz="12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101600" marR="762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512 토큰 (안 멈춤)</a:t>
                      </a:r>
                      <a:endParaRPr lang="en-US" sz="12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56F0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~104 토큰 (EOS)</a:t>
                      </a:r>
                      <a:endParaRPr lang="en-US" sz="12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instruct만 ‘적절히 멈추기(EOS)’를 학습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1600" marR="762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집계 throughput</a:t>
                      </a:r>
                      <a:endParaRPr lang="en-US" sz="12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(동시성 256)</a:t>
                      </a:r>
                      <a:endParaRPr lang="en-US" sz="12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101600" marR="762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~1,800 tok/s</a:t>
                      </a:r>
                      <a:endParaRPr lang="en-US" sz="12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56F0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~1,410 tok/s</a:t>
                      </a:r>
                      <a:endParaRPr lang="en-US" sz="12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디코드 속도차 아님 — 짧은 출력이 배치를 일찍 비워 점유율↓</a:t>
                      </a:r>
                      <a:endParaRPr lang="en-US" sz="11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1600" marR="762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650992"/>
            <a:ext cx="11277295" cy="566928"/>
          </a:xfrm>
          <a:prstGeom prst="roundRect">
            <a:avLst>
              <a:gd name="adj" fmla="val 9677"/>
            </a:avLst>
          </a:prstGeom>
          <a:solidFill>
            <a:srgbClr val="F0F0F0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5650992"/>
            <a:ext cx="109481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A34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동일 (차이 없음) 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모델 크기 bf16 ≈28 GB · tp8 1장(npu:0) · 단일스트림 토큰당 지연 ITL 0.0325 s · SWE-bench 해결률 0/50 · 연산 그래프(바이너리 크기 동일, md5만 상이)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55664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results/Qwen2.5-Coder-14B-tp8(base, 2026-06-09) vs results/Qwen2.5-Coder-14B-inst-tp8(instruct, 2026-06-04) · tps/sweep/memsweep/swebench 실측 · 6-에이전트 교차검증(숫자 오류 0건)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RNGD 14B base vs instruct</dc:creator>
  <cp:lastModifiedBy>RNGD 14B base vs instruct</cp:lastModifiedBy>
  <cp:revision>1</cp:revision>
  <dcterms:created xsi:type="dcterms:W3CDTF">2026-06-09T07:50:05Z</dcterms:created>
  <dcterms:modified xsi:type="dcterms:W3CDTF">2026-06-09T07:50:05Z</dcterms:modified>
</cp:coreProperties>
</file>