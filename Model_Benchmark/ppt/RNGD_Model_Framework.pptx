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소프트웨어 스택 · 모델 프레임워크 (최상단 계층)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프레임워크 — RNGD가 실행하는 모델 ↔ furiosa.models 클래스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 SW 스택의 최상단. furiosa-llm 은 HF config 의 architectures 이름과 똑같은 이름의 클래스를 furiosa.models 에서 찾아(getattr) NPU용으로 실행합니다.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11277295" cy="786384"/>
          </a:xfrm>
          <a:prstGeom prst="roundRect">
            <a:avLst>
              <a:gd name="adj" fmla="val 11628"/>
            </a:avLst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84832"/>
            <a:ext cx="64008" cy="420624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048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연결 규칙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232257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model.config.architectures[0]  </a:t>
            </a:r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(예: </a:t>
            </a:r>
            <a:pPr indent="0" marL="0">
              <a:buNone/>
            </a:pPr>
            <a:r>
              <a:rPr lang="en-US" sz="12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"LlamaForCausalLM"</a:t>
            </a:r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)   ⟶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getattr(furiosa.models, name)</a:t>
            </a:r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⟶   </a:t>
            </a:r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CausalModelServer</a:t>
            </a:r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→ NPU 실행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7729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  <a:gridCol w="868680"/>
                <a:gridCol w="6476695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furiosa.models 클래스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model_type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종류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RNGD에서 쓰는 모델 (예시)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LlamaForCausalLM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llama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Llama 3.1 8B·70B, 3.3 70B, DeepSeek-R1-Distill-Llama, CodeLlama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Qwen2ForCausalLM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Qwen2.5 0.5~32B, Qwen2.5-Coder 1.5~32B, DeepSeek-R1-Distill-Qwen, QwQ-32B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Qwen3ForCausalLM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 4B·8B·32B(FP8), Qwen3-Embedding·Reranker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Exaone4ForCausalLM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exaone4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EXAONE-4.0-32B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ExaoneForCausalLM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 3.0·3.5·Deep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MistralForCausalLM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mistral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Mistral 계열 (preset 없음 → 버킷 수동)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Phi3ForCausalLM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phi3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Dense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Phi-3 계열 (preset 없음 → 버킷 수동)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Qwen3MoeForCausalLM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qwen3_moe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MoE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Qwen3-30B-A3B-Instruct, Qwen3-Coder-30B-A3B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★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GptOssForCausalLM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gpt_oss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MoE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gpt-oss 20B·120B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ExaoneMoeForCausalLM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exaone_moe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MoE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 MoE 계열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Qwen3VLForConditionalGeneration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qwen3_vl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C3AED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VL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Qwen3-VL (이미지+텍스트 멀티모달)</a:t>
                      </a:r>
                      <a:endParaRPr lang="en-US" sz="10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★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 furiosa-llm 공식 지원 집합(CANONICAL_MODEL_IDS)    ·    </a:t>
            </a:r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Dense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 파라미터 사용   </a:t>
            </a:r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MoE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전문가 일부만 활성  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VL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비전-언어    ·    임베딩·리랭킹은 Qwen3 를 pooling/score 태스크로 사용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furiosa_llm/optimum/modeling.py:138(CANONICAL_MODEL_IDS)·:173(get_models_lang_class)·:431(AutoModelForCausalLM) · furiosa.models.language.architecture.* · `import furiosa.models` 로 클래스 11종 실재 확인 (furiosa-llm 2026.2.0)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Model Framework</dc:creator>
  <cp:lastModifiedBy>RNGD Model Framework</cp:lastModifiedBy>
  <cp:revision>1</cp:revision>
  <dcterms:created xsi:type="dcterms:W3CDTF">2026-06-08T17:49:20Z</dcterms:created>
  <dcterms:modified xsi:type="dcterms:W3CDTF">2026-06-08T17:49:20Z</dcterms:modified>
</cp:coreProperties>
</file>