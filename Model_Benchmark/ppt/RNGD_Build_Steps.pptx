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FURIOSA-LLM · build 내부 동작 (RNGD SDK 2026.2.0)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7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 build 한 줄이 하는 일 — 7단계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명령 한 줄을 넣으면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1.1 → 1.7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순서로 진행돼, 마지막엔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./out/ 에 NPU가 그대로 실행할 모델 꾸러미(아티팩트)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가 생깁니다.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77295" cy="347472"/>
          </a:xfrm>
          <a:prstGeom prst="roundRect">
            <a:avLst>
              <a:gd name="adj" fmla="val 15789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463040"/>
            <a:ext cx="11002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$ furiosa-llm build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Qwen/Qwen3-Coder-30B-A3B-Instruct-FP8  ./out  </a:t>
            </a:r>
            <a:pPr indent="0" marL="0"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-tp 8  --max-model-len 65536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56816"/>
          <a:ext cx="1127729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656832"/>
                <a:gridCol w="32004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단계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하는 일 — 쉽게 풀어서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한 줄 비유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1.1
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명령 접수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내가 친 옵션(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-tp 8, --max-model-len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 등)을 프로그램이 알아듣는 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설정 6묶음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으로 옮겨 적습니다.</a:t>
                      </a:r>
                      <a:endParaRPr lang="en-US" sz="102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7C3AED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주문을 정식 양식으로 옮겨 적는 웨이터</a:t>
                      </a:r>
                      <a:endParaRPr lang="en-US" sz="96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1.2
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검증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설정이 규칙에 맞나 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빠르게 검문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합니다(tp는 4·8·32만, 모델 정보 필수 항목 있나). 틀리면 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몇 시간 빌드 전에 즉시 거부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.</a:t>
                      </a:r>
                      <a:endParaRPr lang="en-US" sz="102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7C3AED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공연장 입구의 검표 — 표 틀리면 바로 돌려보냄</a:t>
                      </a:r>
                      <a:endParaRPr lang="en-US" sz="96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1.3
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기본값 채우기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안 준 값을 자동 결정: 모델 신원(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qwen3_moe·FP8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), 컨텍스트 길이, NPU 배치, 그리고 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버킷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(미리 구울 고정 길이 목록).</a:t>
                      </a:r>
                      <a:endParaRPr lang="en-US" sz="102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7C3AED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신원조회 + 옷 치수표 정하기</a:t>
                      </a:r>
                      <a:endParaRPr lang="en-US" sz="96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1.4
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가중치 적재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+ 양자화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모델의 숫자(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가중치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)를 불러와 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FP8로 압축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해 용량을 줄입니다. 결과 파일 이름이 곧 명세서(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48L·W8fA16KV16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).</a:t>
                      </a:r>
                      <a:endParaRPr lang="en-US" sz="102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7C3AED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256색 그림을 16색으로 인쇄 — 중요한 글자만 풀컬러</a:t>
                      </a:r>
                      <a:endParaRPr lang="en-US" sz="96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1.5
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트레이싱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(설계도 뽑기)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모델을 한 번 따라 돌려 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계산 순서를 그래프(설계도)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로 기록합니다. 버킷(길이)마다 한 장씩, Ray 일꾼이 수행.</a:t>
                      </a:r>
                      <a:endParaRPr lang="en-US" sz="102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7C3AED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악보(계산그래프)와 가사집(가중치)을 따로 인쇄</a:t>
                      </a:r>
                      <a:endParaRPr lang="en-US" sz="96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1.6
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컴파일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(NPU 기계어)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설계도를 NPU가 직접 실행하는 기계어 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EDF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로 번역. 레이어를 조각내 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12단계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를 거칩니다(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native_llm_common.so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).</a:t>
                      </a:r>
                      <a:endParaRPr lang="en-US" sz="102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7C3AED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EDF = NPU 전용 기계어 + 배선도</a:t>
                      </a:r>
                      <a:endParaRPr lang="en-US" sz="96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1.7
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저장 / 패키징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번역 결과(EDF)를 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binary_bundle.zip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으로 묶고 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artifact.json·가중치·토크나이저</a:t>
                      </a:r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를 ./out/ 한 폴더에 저장.</a:t>
                      </a:r>
                      <a:endParaRPr lang="en-US" sz="102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7C3AED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악기 파트보(EDF)를 한 폴더로 압축·납품</a:t>
                      </a:r>
                      <a:endParaRPr lang="en-US" sz="96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650992"/>
            <a:ext cx="11277295" cy="786384"/>
          </a:xfrm>
          <a:prstGeom prst="roundRect">
            <a:avLst>
              <a:gd name="adj" fmla="val 5814"/>
            </a:avLst>
          </a:prstGeom>
          <a:solidFill>
            <a:srgbClr val="F5F3FF"/>
          </a:solidFill>
          <a:ln w="12700">
            <a:solidFill>
              <a:srgbClr val="E6E0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57058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어려운 말 풀이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3504" y="5907024"/>
            <a:ext cx="1098468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양자화(FP8) </a:t>
            </a:r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가중치 숫자를 적은 비트로 줄여 용량·속도↑ (W8fA16KV16=가중치 FP8, 활성·KV는 BF16)    </a:t>
            </a:r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· 버킷 </a:t>
            </a:r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NPU가 미리 컴파일해 두는 고정 입력 길이(128·256·1024 …). NPU는 동적 크기에 약해 치수별로 따로 굽습니다.    </a:t>
            </a:r>
            <a:pPr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트레이싱 </a:t>
            </a:r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모델을 한 번 실행해 계산 순서를 그래프로 기록    </a:t>
            </a:r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· EDF </a:t>
            </a:r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NPU가 직접 읽는 실행 포맷(기계어+배선도)    </a:t>
            </a:r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· supertask/stage </a:t>
            </a:r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컴파일 단위. 레이어 1개 = [앞 tokenwise | attention | 뒤 tokenwise] 3조각으로 잘림    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457200" y="655624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info/ALL_about_build_serve.md Part 1 (1.1~1.7) · 실측 build_trace_full.log · 코드 cli/convert.py · builder.py · validator.py · resolver.py · trace.py · converter.py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build steps</dc:creator>
  <cp:lastModifiedBy>RNGD build steps</cp:lastModifiedBy>
  <cp:revision>1</cp:revision>
  <dcterms:created xsi:type="dcterms:W3CDTF">2026-06-11T07:56:42Z</dcterms:created>
  <dcterms:modified xsi:type="dcterms:W3CDTF">2026-06-11T07:56:42Z</dcterms:modified>
</cp:coreProperties>
</file>