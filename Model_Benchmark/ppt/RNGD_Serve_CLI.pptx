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CLI · serve (OpenAI 호환 서버 실행)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 옵션 한눈에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엔진을 띄우는 유일한 CLI. 위치인자 model(HF id 또는 아티팩트 경로) + 옵션들. 기본값은 (기본 …) 으로 표기.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91056"/>
            <a:ext cx="11277295" cy="329184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91056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$ furiosa-llm serve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&lt;model&gt;</a:t>
            </a:r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[--port 8000] [-tp 8] [-dp 4] [--enable-prefix-caching] …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84832"/>
          <a:ext cx="5504688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3511296"/>
              </a:tblGrid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기본 / 접속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model  (위치인자)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HF 모델 id 또는 Furiosa 아티팩트 경로 · 서버당 1개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--revision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HF 리비전(브랜치/태그/커밋). 기본 main · furiosa-ai 모델은 release 태그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--served-model-name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API에 노출할 모델 이름 (기본: model 인자)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--host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바인드 호스트 (기본 0.0.0.0)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--port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바인드 포트 (기본 8000)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병렬화 / 디바이스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-tp, --tensor-parallel-size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텐서 병렬 수 (기본 4)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-pp, --pipeline-parallel-size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파이프라인 스테이지 수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-dp, --data-parallel-size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데이터 병렬 수 (미지정 시 가용 PE로 추론)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--devices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사용 디바이스. npu:0 / npu:0:0 / npu:0:0-3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--data-parallel-routing-policy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dp 라우팅: round_robin / prefix_aware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버킷 / 길이 / 배치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-pb, --prefill-buckets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prefill 버킷 (기본: 아티팩트 값)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-db, --decode-buckets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decode 버킷 (기본: 아티팩트 값)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--max-prompt-len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캡처할 최대 프롬프트 길이 (초과 버킷 무시)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--max-model-len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최대 지원 시퀀스 길이 (초과 버킷 무시)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--max/min-batch-size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npu 요청당 최대/최소 배치 (벗어난 버킷 무시)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채팅 / 툴 / 추론 파서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--chat-template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채팅 템플릿 파일로 덮어쓰기 (기본: tokenizer)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--chat-template-content-format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auto / string / openai (기본 auto)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--enable-auto-tool-choice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툴 자동 선택 (--tool-call-parser 필요)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--tool-call-parser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hermes / llama4_json / llama3_json / openai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--reasoning-parser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deepseek_r1 / exaone4 / qwen3 (추론 모델용)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--response-role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chat 응답 role (기본 assistant)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--structured-outputs-backend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구조화 출력 엔진: auto / guidance / xgrammar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8192" y="2084832"/>
          <a:ext cx="5605272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3392424"/>
              </a:tblGrid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스케줄러 / 성능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--scheduler-kind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특화 전략 스케줄러 선택 (기본: 범용)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--npu-queue-limit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NPU 큐 한도 override (기본: 아티팩트)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--max-processing-samples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최대 처리 샘플 override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--spare-blocks-ratio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여유 블록 비율 (기본 0.0 · ↑시 성능↑/OOM 위험)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--estimation-time-limit-ms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배칭 전략 추정 시간 한도 (ms)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--enable-prefix-caching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prefix 캐시 켜기/끄기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--max-concurrency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iter당 최대 동시 decode (↑ throughput, TTFT↑)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--max-num-batched-tokens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iter당 최대 배치 토큰 (↑ TPOT, TTFT↑)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--prefix-cache-lookahead-requests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prefix 캐시 lookahead 요청 수 (실험)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--max-io-memory-mb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I/O 텐서용 NPU 메모리 MB (0–49152). 작으면 OOM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인증 / 로깅 / 보안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--api-key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Bearer 토큰 인증 키 (기본 None = 인증 끔)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--allowed-origins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허용 origin (json list, 기본 ["*"])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--disable-log-stats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통계 로깅 끄기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--enable-payload-logging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POST 페이로드 로깅 (민감정보 노출 위험)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멀티모달 / Responses API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--allowed-local-media-path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로컬 미디어 접근 경로 (미설정 시 차단)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--allowed-media-domains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원격 미디어 허용 도메인 (SSRF 방어)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--image/video-limit-per-prompt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프롬프트당 이미지/비디오 개수 제한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--interleave-mm-strings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멀티모달 placeholder 원위치 삽입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--enable-responses-api-store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Responses API 인메모리 저장 (멀티턴)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--responses-api-store-*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저장 max-entries(기본 10000) · ttl(기본 3600s)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uvicorn · JIT(실험) · v3</a:t>
                      </a:r>
                      <a:endParaRPr lang="en-US" sz="8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 hMerge="1">
                  <a:tcPr/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--uvicorn-log-level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debug~critical / trace (기본 info)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--disable-uvicorn-access-log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uvicorn 접근 로그 끄기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--enable-jit-compilation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JIT 컴파일 켜기 (실험)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--jit-threshold / -max-workers / -unit-size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트리거 5 / 워커 15 / 유닛 8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6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--fxb</a:t>
                      </a:r>
                      <a:endParaRPr lang="en-US" sz="7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FXB 파일·디렉터리 경로 → v3 엔진 사용</a:t>
                      </a:r>
                      <a:endParaRPr lang="en-US" sz="7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`furiosa-llm serve --help` 실제 출력 (furiosa-llm 2026.2.0) · serve 진입 cli/serve.py:381 · 엔진 구동 server/serving_completions.py:44 (AsyncLLMEngine)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serve CLI</dc:creator>
  <cp:lastModifiedBy>RNGD serve CLI</cp:lastModifiedBy>
  <cp:revision>1</cp:revision>
  <dcterms:created xsi:type="dcterms:W3CDTF">2026-06-09T06:55:51Z</dcterms:created>
  <dcterms:modified xsi:type="dcterms:W3CDTF">2026-06-09T06:55:51Z</dcterms:modified>
</cp:coreProperties>
</file>