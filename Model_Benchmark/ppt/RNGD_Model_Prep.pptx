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FURIOSA RNGD · furiosa-llm 2026.2.0 · 2026.05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1338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40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 RNGD 모델 준비</a:t>
            </a:r>
            <a:endParaRPr lang="en-US" sz="4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000" spc="-8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SDK 내부 구조와 빌드 에러 분석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furiosa-llm build 의 내부 동작(검증·preset·버킷·컴파일)을 SDK 소스로 직접 확인하고,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모델을 NPU 아티팩트로 준비하며 실제로 마주친 빌드 에러를 정리합니다.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754880"/>
            <a:ext cx="64008" cy="109728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7548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다룰 내용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빌드 3단계 흐름 · tp/pp 규칙 · preset 매칭 원리와 함정 · 버킷 시스템 · 빌드 2단계(트레이싱/컴파일) · 빌드 에러 4종 · 성공·실패 매트릭스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SDK 소스 직접 분석 (artifact/builder.py · validator.py · resolver.py · presets.py · parallelize/block_slicer.py) + 실측 빌드 로그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전체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artifact/builder.py:116(__init__) · :315(build)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furiosa-llm build 한 줄이 하는 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 하나 안에서 두 성격의 작업이 순서대로 — 입구 검증/채움(가벼움)과 실제 빌드(무거움)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1. 준비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__init__ 단계 (수 초)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① Validate — 설정·HF config·버킷이 규칙에 맞는지 검사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② Resolve — 안 준 값(max_model_len·버킷)을 config·preset에서 채움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738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07738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563770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2. 빌드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63770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build 단계 (수 시간, 메모리 위험)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63770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③ Tracing — 버킷마다 FX 그래프 생성 (weight+IR 메모리 ★)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④ Compile — supertask마다 NPU 컴파일러로 EDF 바이너리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228600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58277" y="251460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414309" y="2505456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3. 저장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4309" y="2962656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결과물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4309" y="3520440"/>
            <a:ext cx="3073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artifact.json (메타·parallel_config)</a:t>
            </a:r>
            <a:endParaRPr lang="en-US" sz="11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binary_bundle.zip (EDF) · config · tokenizer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OOM·실패는 거의 전부 ③ Tracing 단계 — ④ Compile("Compilation Progress") 로그가 뜨면 메모리 위험 구간은 통과한 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① 검증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artifact/validator.py:234-267 · device.py:6 (NUM_PES_PER_NPU=8)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tp / pp 규칙 — 입구에서 막는다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validate_parallel_config 가 비싼 빌드 전에 잘못된 병렬 설정을 즉시 거부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441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검증 규칙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tensor parallel(tp) ∈ {4, 8, 32} — 그 외 값은 거부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pipeline parallel(pp) ≥ 1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필요 디바이스 = ceil(tp/8) × pp ≤ 8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RNGD 1장 = 8 PE (NUM_PES_PER_NPU)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tp=4 → 1장 안 PE 4개만 / tp=8 → 1장 풀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77440"/>
          <a:ext cx="551657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188720"/>
                <a:gridCol w="222199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pp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카드 수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비고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PE 4개만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풀 PE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456F0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1~2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4~8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4장에 분산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217920" y="4526280"/>
            <a:ext cx="5516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prebuilt 32B·70B 아티팩트가 tp=32 — 그래서 RNGD 4장(32 PE)이 있어야 서빙됨 (2장에선 "Required PEs: 32" 거부)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② 채움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artifact/resolver.py:34-122 · presets.py:372 find_preset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버킷 자동 선택 — find_preset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버킷을 직접 안 주면 모델에 맞는 preset을 SDK가 골라줌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1554480"/>
          </a:xfrm>
          <a:prstGeom prst="roundRect">
            <a:avLst>
              <a:gd name="adj" fmla="val 7059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56F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2단계 매칭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0728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1단계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model_type 으로 후보 필터 (llama·qwen2·qwen3·qwen3_moe·exaone4 …)
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2단계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(hidden_size, intermediate_size)로 layer당 파라미터 수 계산 → log-distance가 가장 가까운 preset 선택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크기가 정확히 같지 않아도 됨 — 가장 가까운 항목이 잡힘 (같은 architecture의 fine-tune 모델은 대체로 자동 매칭)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예: qwen3_moe(2048,6144)=Qwen3-Coder-30B vs (6144,8192)=Qwen3-Coder-480B → per-layer 0.042B vs 0.252B, log-distance로 명확히 구분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preset이 아예 없는 model_type(mistral·phi3·gpt_oss 등)은 -pb/-db로 버킷을 직접 줘야 빌드 가능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PRESET 함정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5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presets.py:393 min(candidates) · PRESET_REFS 등록 순서 (실측 확인)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함정 — (h,i)가 같으면 "등록 순서"가 결정한다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log-distance가 동점일 때 min()은 먼저 등록된 항목을 고름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760720" cy="2743200"/>
          </a:xfrm>
          <a:prstGeom prst="roundRect">
            <a:avLst>
              <a:gd name="adj" fmla="val 3333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3591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PRESET_REFS — qwen3_moe (2048, 6144) 3개 중복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670048"/>
            <a:ext cx="53035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# 먼저 등록된 일반 preset (decode 8192)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QWEN_3_30B_A3B_PRESET        ← 먼저 → 선택됨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E5E9E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QWEN_3_CODER_30B_A3B_PRESET  (decode 256K)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8EA0B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QWEN_3_CODER_30B_A3B_PRESET  (중복)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5FC6FF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→ Qwen3-Coder가 8192 preset에 매칭됨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333695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42316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증상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8764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Qwen3-Coder-30B(256K 모델)이 컨텍스트 8192로만 빌드됨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두 preset의 (h,i)가 완전히 동일 → log-distance=0 동점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해결: 일반 entry 제거 → Coder preset(256K)로 통일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525780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교훈 — preset을 새로 추가할 때 기존과 (hidden, intermediate)가 겹치면, 의도한 preset을 PRESET_REFS에서 먼저 등록해야 한다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버킷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metadata/config_types.py:141 AttentionBucket · resolver.py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버킷 — AOT 컴파일이라 모양을 미리 굽는다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(batch, context) 조합 하나하나를 그래프로 컴파일해 두고, 요청을 가장 가까운 버킷에 라우팅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647874" cy="3017520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1460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2505456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prefill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4944" y="299923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6F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kv_cache = 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38328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프롬프트 전체를 한 번에 — 첫 토큰 직전. 보통 짧게(128~1024)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3674" y="2286000"/>
            <a:ext cx="2647874" cy="3017520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3674" y="251460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571418" y="2505456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decode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71418" y="299923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input_ids =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71418" y="338328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한 토큰씩 생성. 생성 모델 필수 — 최대 컨텍스트를 여기서 정함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0148" y="2286000"/>
            <a:ext cx="2647874" cy="3017520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0148" y="251460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47892" y="2505456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append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7892" y="299923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1&lt;input&lt;attn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7892" y="338328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prefix 캐시 일부 재사용 + 새 토큰 묶음 추가 (CLI 없음, API)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86621" y="2286000"/>
            <a:ext cx="2647874" cy="3017520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86621" y="2514600"/>
            <a:ext cx="64008" cy="457200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24" name="Text 22"/>
          <p:cNvSpPr/>
          <p:nvPr/>
        </p:nvSpPr>
        <p:spPr>
          <a:xfrm>
            <a:off x="9324365" y="2505456"/>
            <a:ext cx="2236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tokenwise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24365" y="299923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정수 1개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24365" y="3383280"/>
            <a:ext cx="219067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composable kernel용 시퀀스 길이 (CLI 없음, API)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모든 요청 모양을 다 구울 필요 없음 — 대표 모양만 빌드. --max-model-len 으로 큰 버킷을 제외해 빌드 메모리를 줄일 수 있음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SDK 구조 · 빌드 2단계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7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parallelize/new_pipeline_builder.py · pipeline/builder/converter.py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Tracing vs Compile — 성격이 정반대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build 명령 안의 두 단계가 메모리·시간 특성이 완전히 다름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557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Tracing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898648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"Model Tracing Progress: x/Y"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495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버킷마다 PyTorch FX로 그래프 생성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전체 weight + 모든 버킷 IR을 한 메모리에 누적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★ OOM 위험 매우 높음 (32B는 100GB+ 도달)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시간 비중 ~1/4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8728" y="2240280"/>
            <a:ext cx="54557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78728" y="246888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Compile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53048" y="2898648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"Compilation Progress: x/Y"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53048" y="3291840"/>
            <a:ext cx="495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supertask(보통 block 1개)마다 NPU 컴파일 → EDF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현재 supertask만 메모리에 — 누적 거의 없음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메모리 안정 (32B 실측 ~20GB)</a:t>
            </a:r>
            <a:endParaRPr lang="en-US" sz="120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시간 비중 ~3/4 (오래 걸리지만 안전)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실측: 32B 빌드 OOM 4회 모두 Tracing 단계 — "Compilation Progress"가 한 번 뜨면 그 뒤로는 시간만 기다리면 됨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8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빌드 로그 (Qwen3-32B · Qwen2.5-Coder-32B, BF16 tp=32)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① — BF16 32B를 tp=32로 빌드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Tracing은 통과하지만 Compile 진입 직후 컴파일러가 거부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1277295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404872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Compile 단계 에러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715768"/>
            <a:ext cx="108200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RuntimeError: Compilation error: fail to compile: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Graph input#0 must have Broadcast or Fixed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DramShapeGuide (Name: embedding_table)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11277295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97764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32B dense 모델의 BF16 임베딩을 tp=32로 분할할 때 컴파일러가 DRAM shape guide를 만들지 못함 — SDK 한계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재현: Qwen3-32B(BF16,tp32) · Qwen2.5-Coder-32B(BF16,tp32) 둘 다 동일</a:t>
            </a:r>
            <a:endParaRPr lang="en-US" sz="12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A34A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회피: 같은 모델의 FP8 변종 사용 — 양자화 메타가 임베딩에 함께 들어가 컴파일 가능 (FP8 빌드는 성공)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9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빌드 로그 (Qwen3-Coder-30B-A3B-FP8, tp=32) + config.json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② — FP8을 tp=32로 분할 (block 정렬 깨짐)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FP8 양자화 블록(128×128)이 tp 분할 후 차원과 안 맞음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404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Compile stage_2 에러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71576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RuntimeError: Compilation error: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impossible to apply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  reshape mapping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240280"/>
            <a:ext cx="5333695" cy="13716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2514600"/>
            <a:ext cx="4876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hidden 2048 ÷ tp 32 = 64
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&lt; FP8 block_size 128 → 정렬 불가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11277295" cy="914400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hidden ÷ tp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block(128) 정렬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20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256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≥ 128 OK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16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128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= 128 경계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이론상 가능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64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&lt; 128 깨짐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20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56235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hidden이 작은 MoE 모델(Qwen3-Coder-30B, hidden 2048)은 tp=32에서 FP8 블록 정렬이 깨짐 — tp=8로는 정상 빌드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10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journalctl (커널 OOM killer) + free/swapon 실측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③ — OOM, swap이 있어도 못 막는다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Tracing의 working set이 RAM을 넘으면 커널 OOM killer가 발동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77295" cy="1097280"/>
          </a:xfrm>
          <a:prstGeom prst="roundRect">
            <a:avLst>
              <a:gd name="adj" fmla="val 8333"/>
            </a:avLst>
          </a:prstGeom>
          <a:solidFill>
            <a:srgbClr val="181E25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2359152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0B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journalctl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" y="2670048"/>
            <a:ext cx="108200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tmux-spawn-...scope: A process of this unit has been</a:t>
            </a:r>
            <a:endParaRPr lang="en-US" sz="11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FF8087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killed by the OOM killer.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45576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033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왜 swap이 안 통하나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Tracing 메모리는 계속 쓰이는 active working set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active 페이지는 swap으로 못 빠짐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실측: swap 207GB 중 1.5GB만 쓰고 OOM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520440"/>
            <a:ext cx="545576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3048" y="370332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진짜 해결책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4160520"/>
            <a:ext cx="495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6A34A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--max-model-len 축소 → working set 자체를 줄임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FP8로 weight 절반 (60GB→30GB)</a:t>
            </a:r>
            <a:endParaRPr lang="en-US" sz="1150" dirty="0"/>
          </a:p>
          <a:p>
            <a:pPr marL="203200" indent="-2032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systemd-oomd 꺼도 커널 OOM은 별개 (못 끔)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빌드 에러 ·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11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실측 로그 (EXAONE 빌드) · vocab_embedding.py:20 pad_vocab_size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에러 ④ — 그 외 자주 막히는 것들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컴파일 이전 단계에서 빌드를 멈추는 환경·모델 제약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8716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4688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디스크 풀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285292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No space left on device → 빌드가 import 단계에서 즉시 종료(임시 디렉토리 못 만듦). 앞 모델 다운로드가 디스크를 채운 게 원인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3008" y="228600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3008" y="248716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246888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vocab_size 패딩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89040" y="285292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SDK가 vocab을 64의 배수로 패딩(예 32016→32064)하는데 weight loader가 패딩을 못 받아 mismatch — CodeLlama 빌드 불가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3308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8E8E93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148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SSH 끊김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" y="449884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빌드는 수 시간 — 직접 셸이면 연결이 끊길 때 같이 죽음. tmux 세션 안에서 빌드해야 살아남음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3008" y="3931920"/>
            <a:ext cx="550148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3008" y="413308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89040" y="411480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pp 미지원 architecture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89040" y="4498848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-pp는 block_slicer.py에 등록된 4종(Llama·GPTJ·Bert·Roberta)만 가능. 그 외는 NotImplementedError → dp로 우회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정리 · 매트릭스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12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8E93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출처: 본 캠페인 실측 빌드 결과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빌드 성공 · 실패 매트릭스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51790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45515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모델도 dtype·tp 조합에 따라 결과가 갈림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640080"/>
                <a:gridCol w="914400"/>
                <a:gridCol w="5608015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모델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dtype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tp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결과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Paperlogy 6 SemiBold" pitchFamily="34" charset="0"/>
                          <a:ea typeface="Paperlogy 6 SemiBold" pitchFamily="34" charset="-122"/>
                          <a:cs typeface="Paperlogy 6 SemiBold" pitchFamily="34" charset="-120"/>
                        </a:rPr>
                        <a:t>원인 / 비고</a:t>
                      </a:r>
                      <a:endParaRPr lang="en-US" sz="1150" dirty="0">
                        <a:latin typeface="Paperlogy 6 SemiBold" charset="0"/>
                        <a:ea typeface="Paperlogy 6 SemiBold" charset="0"/>
                        <a:cs typeface="Paperlogy 6 SemiBol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6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Qwen2.5-Coder-1.5B/7B/14B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적재 (max 32K)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1장 적재 (max 40960)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A34A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성공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MoE, 1장 적재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Qwen3-32B / Qwen2.5-Coder-32B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embedding_table (에러①)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Qwen3-Coder-30B-A3B-FP8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FP8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reshape mapping (에러②)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EXAONE-4.0-32B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OOM + 디스크 풀 (에러③④)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CodeLlama-70B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BF16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32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실패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5515E"/>
                          </a:solidFill>
                          <a:latin typeface="Paperlogy 4 Regular" pitchFamily="34" charset="0"/>
                          <a:ea typeface="Paperlogy 4 Regular" pitchFamily="34" charset="-122"/>
                          <a:cs typeface="Paperlogy 4 Regular" pitchFamily="34" charset="-120"/>
                        </a:rPr>
                        <a:t>vocab 패딩 mismatch (에러④)</a:t>
                      </a:r>
                      <a:endParaRPr lang="en-US" sz="1150" dirty="0">
                        <a:latin typeface="Paperlogy 4 Regular" charset="0"/>
                        <a:ea typeface="Paperlogy 4 Regular" charset="0"/>
                        <a:cs typeface="Paperlogy 4 Regular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일관된 패턴: FP8 + 작은 tp(8)는 성공 / BF16 32B + tp=32는 컴파일 미지원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80" kern="0" dirty="0">
                <a:solidFill>
                  <a:srgbClr val="8E8E93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정리 · 교훈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991295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E93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13 /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spc="-60" kern="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정리 — 모델 준비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3957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3774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성공 경로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779776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FP8 양자화 + tp=8 → 1장 적재 + Tracing 메모리 절반. 32B급은 이 조합이 표준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3008" y="21945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957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89040" y="23774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BF16 32B tp=32 회피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89040" y="2779776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embedding_table 컴파일 미지원 — 메모리를 늘려도 안 됨. FP8 변종으로 전환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9959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145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9776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preset 순서 주의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4379976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(hidden, intermediate)가 겹치는 preset은 의도한 것을 먼저 등록 (동점 시 first 선택)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3008" y="3794760"/>
            <a:ext cx="550148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3995928"/>
            <a:ext cx="64008" cy="411480"/>
          </a:xfrm>
          <a:prstGeom prst="roundRect">
            <a:avLst>
              <a:gd name="adj" fmla="val 42857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89040" y="3977640"/>
            <a:ext cx="504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OOM은 메모리 축소로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89040" y="4379976"/>
            <a:ext cx="4998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150" dirty="0">
                <a:solidFill>
                  <a:srgbClr val="45515E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swap·oomd 끄기로는 못 막음. --max-model-len을 줄여 working set 자체를 낮춰야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3492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456F0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"빌드 가능" ≠ "우리 머신서 서빙 가능" — 빌드는 host RAM, 서빙은 NPU HBM. 둘을 따로 확인해야 한다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RNGD Model Prep</dc:creator>
  <cp:lastModifiedBy>RNGD Model Prep</cp:lastModifiedBy>
  <cp:revision>1</cp:revision>
  <dcterms:created xsi:type="dcterms:W3CDTF">2026-05-28T08:26:22Z</dcterms:created>
  <dcterms:modified xsi:type="dcterms:W3CDTF">2026-05-28T08:26:22Z</dcterms:modified>
</cp:coreProperties>
</file>