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FURIOSA RNGD · furiosa-llm · 코드 생성 모델 벤치마크 (prompt_len=1024)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RNGD 모델 벤치마크 — 핵심 결과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단일 스트림 디코드 속도와 동시성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peak 합산 처리량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요약 · peak 합산 TPS@c = 가장 높은 총처리량과 그때의 동시 요청 수 · 실패 0 기준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729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77240"/>
                <a:gridCol w="1417320"/>
                <a:gridCol w="1234440"/>
                <a:gridCol w="2679192"/>
                <a:gridCol w="15087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모델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카드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TTFT p50(s)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단일 TPS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peak 합산 TPS @동시성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효율 배치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Qwen2.5-0.5B Instruct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1장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0.031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84.5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56F0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4,120  @c128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c128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56F0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Qwen2.5-Coder-1.5B  ★종합1위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1장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0.020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56F0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95.5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56F0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3,443  @c256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c256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Qwen2.5-Coder-7B Instruct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1장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0.032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50.3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2,225  @c256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c256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Llama-3.1-8B Instruct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1장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0.033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54.5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2,192  @c128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c128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Qwen2.5-Coder-14B Instruct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1장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0.050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30.7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1,074  @c256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c128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EXAONE-4.0-32B  FP8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4장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0.221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30.4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809  @c256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c256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Llama-3.3-70B Instruct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4장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0.247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24.5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383  @c128</a:t>
                      </a:r>
                      <a:endParaRPr lang="en-US" sz="12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c128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Qwen3-32B  FP8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E8E93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4장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E8E93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—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E8E93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—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E8E93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25  @c1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E8E93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c1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Qwen3-32B  FP8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E8E93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1장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E8E93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—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E8E93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—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E8E93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  @c1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E8E93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c1</a:t>
                      </a:r>
                      <a:endParaRPr lang="en-US" sz="12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870448"/>
            <a:ext cx="11277295" cy="45720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5870448"/>
            <a:ext cx="109481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핵심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종합 1위 Qwen2.5-Coder-1.5B(1장) — 동시성 256까지 무손실 3,443 tok/s.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Qwen3-32B FP8(흐림)은 동시성↑ 시 실패 급증 → 1·4장 모두 c1만 안정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rngd-npu/REPORT.md §1(모델별 핵심 지표) · 측정 prompt_len=1024 · 단일 TPS=동시 1요청 디코드 속도, peak 합산 TPS@c=최대 총처리량과 그 동시성 · Qwen2.5-0.5B/Llama-3.1-8B는 furiosa-ai HF prebuilt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FURIOSA RNGD · furiosa-llm 컴파일 산출물 · rngd-npu/artifacts/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빌드한 artifact 목록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로컬 빌드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7개 +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prebuilt(HF)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3개 = 총 10개 · 약 426 GB · 정밀도는 params 파일명(W8f=FP8 / W16=bf16)으로 확정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154680"/>
                <a:gridCol w="1371600"/>
                <a:gridCol w="960120"/>
                <a:gridCol w="16733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아티팩트 (디렉토리)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모델 · 정밀도 · 컨텍스트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TP · 카드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크기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빌드 유형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22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qwen2.5-coder-7b-inst-tp8</a:t>
                      </a:r>
                      <a:endParaRPr lang="en-US" sz="98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Qwen2.5-Coder-7B Instruct · bf16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tp8 · 1장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15 GB</a:t>
                      </a:r>
                      <a:endParaRPr lang="en-US" sz="11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63500" marR="1143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로컬빌드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22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qwen2.5-coder-14b-inst-tp8</a:t>
                      </a:r>
                      <a:endParaRPr lang="en-US" sz="98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Qwen2.5-Coder-14B Instruct · bf16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tp8 · 1장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28 GB</a:t>
                      </a:r>
                      <a:endParaRPr lang="en-US" sz="11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63500" marR="1143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로컬빌드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22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qwen2.5-coder-14b-tp8</a:t>
                      </a:r>
                      <a:endParaRPr lang="en-US" sz="98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Qwen2.5-Coder-14B base · bf16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tp8 · 1장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28 GB</a:t>
                      </a:r>
                      <a:endParaRPr lang="en-US" sz="11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63500" marR="1143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로컬빌드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22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qwen3-32b-fp8-tp8</a:t>
                      </a:r>
                      <a:endParaRPr lang="en-US" sz="98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Qwen3-32B · FP8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tp8 · 1장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33 GB</a:t>
                      </a:r>
                      <a:endParaRPr lang="en-US" sz="11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63500" marR="1143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로컬빌드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22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qwen3-32b-fp8-tp8-16k</a:t>
                      </a:r>
                      <a:endParaRPr lang="en-US" sz="98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Qwen3-32B · FP8 · 16k ctx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tp8 · 1장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33 GB</a:t>
                      </a:r>
                      <a:endParaRPr lang="en-US" sz="11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63500" marR="1143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로컬빌드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22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qwen3-coder-30b-a3b-inst-fp8-tp8-65k-tc</a:t>
                      </a:r>
                      <a:endParaRPr lang="en-US" sz="98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Qwen3-Coder-30B-A3B Inst · FP8 · 65k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tp8 · 1장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30 GB</a:t>
                      </a:r>
                      <a:endParaRPr lang="en-US" sz="11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63500" marR="1143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로컬빌드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22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qwen3-coder-30b-a3b-inst-tp8-65k-tc</a:t>
                      </a:r>
                      <a:endParaRPr lang="en-US" sz="98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Qwen3-Coder-30B-A3B Inst · bf16 · 65k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tp8 · 1장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58 GB</a:t>
                      </a:r>
                      <a:endParaRPr lang="en-US" sz="11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63500" marR="1143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456F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로컬빌드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22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exaone-4.0-32b-fp8-tp32</a:t>
                      </a:r>
                      <a:endParaRPr lang="en-US" sz="98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EXAONE-4.0-32B · FP8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tp32 · 4장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34 GB</a:t>
                      </a:r>
                      <a:endParaRPr lang="en-US" sz="11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63500" marR="1143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prebuilt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22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qwen3-32b-fp8-tp32</a:t>
                      </a:r>
                      <a:endParaRPr lang="en-US" sz="98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Qwen3-32B · FP8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tp32 · 4장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34 GB</a:t>
                      </a:r>
                      <a:endParaRPr lang="en-US" sz="11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63500" marR="1143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prebuilt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22222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llama-3.3-70b-inst-tp32</a:t>
                      </a:r>
                      <a:endParaRPr lang="en-US" sz="98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Llama-3.3-70B Instruct · bf16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tp32 · 4장</a:t>
                      </a:r>
                      <a:endParaRPr lang="en-US" sz="11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133 GB</a:t>
                      </a:r>
                      <a:endParaRPr lang="en-US" sz="11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63500" marR="1143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prebuilt</a:t>
                      </a:r>
                      <a:endParaRPr lang="en-US" sz="10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88900" marR="635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943600"/>
            <a:ext cx="11277295" cy="402336"/>
          </a:xfrm>
          <a:prstGeom prst="roundRect">
            <a:avLst>
              <a:gd name="adj" fmla="val 13636"/>
            </a:avLst>
          </a:prstGeom>
          <a:solidFill>
            <a:srgbClr val="FEF3C7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5943600"/>
            <a:ext cx="1094811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4530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미완 2개 (제외)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qwen3-coder-30b-a3b-inst-fp8-tp8-65k (18 MB) · qwen3-coder-30b-a3b-inst-tp8-65k (16 MB) — artifact.json만 있고 빌드 산출물 0 → 위 -tc 변형이 완성본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437376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rngd-npu/artifacts/ 실측 · 크기=du -sh · 정밀도=params-*.safetensors 파일명(W8f→FP8, W16→bf16) · 빌드유형=binary_bundle.zip(로컬빌드)/blobs·snapshots(HF prebuilt) · 합계 로컬 225 GB + prebuilt 201 GB ≈ 426 GB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RNGD Benchmark</dc:creator>
  <cp:lastModifiedBy>RNGD Benchmark</cp:lastModifiedBy>
  <cp:revision>1</cp:revision>
  <dcterms:created xsi:type="dcterms:W3CDTF">2026-06-11T08:22:35Z</dcterms:created>
  <dcterms:modified xsi:type="dcterms:W3CDTF">2026-06-11T08:22:35Z</dcterms:modified>
</cp:coreProperties>
</file>